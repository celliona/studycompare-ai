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281d7f901c4f4e" /><Relationship Type="http://schemas.openxmlformats.org/officeDocument/2006/relationships/extended-properties" Target="/docProps/app.xml" Id="R05c0e2f50cc94735" /><Relationship Type="http://schemas.openxmlformats.org/officeDocument/2006/relationships/officeDocument" Target="/ppt/presentation.xml" Id="Rdb4a0f4785bc46db" /></Relationships>
</file>

<file path=ppt/presentation.xml><?xml version="1.0" encoding="utf-8"?>
<p:presentation xmlns:p="http://schemas.openxmlformats.org/presentationml/2006/main">
  <p:sldMasterIdLst>
    <p:sldMasterId xmlns:r="http://schemas.openxmlformats.org/officeDocument/2006/relationships" id="2147483648" r:id="R7ca1a6bc7c3e45df"/>
  </p:sldMasterIdLst>
  <p:notesMasterIdLst>
    <p:notesMasterId xmlns:r="http://schemas.openxmlformats.org/officeDocument/2006/relationships" r:id="R4d942ad519ca44fc"/>
  </p:notesMasterIdLst>
  <p:sldIdLst>
    <p:sldId xmlns:r="http://schemas.openxmlformats.org/officeDocument/2006/relationships" id="256" r:id="R5131c2a1aca84a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d87c0d68e54059" /><Relationship Type="http://schemas.openxmlformats.org/officeDocument/2006/relationships/slideMaster" Target="/ppt/slideMasters/slideMaster1.xml" Id="R7ca1a6bc7c3e45df" /><Relationship Type="http://schemas.openxmlformats.org/officeDocument/2006/relationships/notesMaster" Target="/ppt/notesMasters/notesMaster1.xml" Id="R4d942ad519ca44fc" /><Relationship Type="http://schemas.openxmlformats.org/officeDocument/2006/relationships/presProps" Target="/ppt/presProps.xml" Id="R055fa8d02bd04e2b" /><Relationship Type="http://schemas.openxmlformats.org/officeDocument/2006/relationships/tableStyles" Target="/ppt/tableStyles.xml" Id="R471beb3471ea461e" /><Relationship Type="http://schemas.openxmlformats.org/officeDocument/2006/relationships/slide" Target="/ppt/slides/slide1.xml" Id="R5131c2a1aca84a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8835c16e5d42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3214cdf1c644b8" /><Relationship Type="http://schemas.openxmlformats.org/officeDocument/2006/relationships/notesMaster" Target="/ppt/notesMasters/notesMaster1.xml" Id="Rff36bbf7f77743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CR-20261027-005. Same operating-model content as frontend/src/lib/governance-model.json (English). Governance sets accountability, data and AI policy, risk tolerance and release criteria. Operations includes KPIs and calibration, CI/CD, reliability and incident management, plus cost per successful task. Enterprise controls and future release gates are planned, represented by dashed outlines. Current foundation includes documented PRD change control, release archives, deterministic cost rules and regression tests. Current demo uses synthetic costs and no live model scoring. Sources: NIST AI RMF https://airc.nist.gov/airmf-resources/airmf/5-sec-core/ ; Google MLOps https://docs.cloud.google.com/architecture/mlops-continuous-delivery-and-automation-pipelines-in-machine-learning ; FinOps unit economics https://www.finops.org/framework/capabilities/unit-economics/ . Framework adaptation for this project, not a claim of certification or enterprise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a50e1cc7e541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34bcb8497a4f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fa1cfa688b44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9a8b0efe7a47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9922b2990840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0180007d4449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17BA61-7151-4E1C-B775-DC3EF93B46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4DD8E9-8834-42F0-B346-366B1D8D46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6D17B0-1462-4CF1-A924-BC406E309B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96A85D-CF13-437A-A142-81E5A77D0B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33168D-1F55-430B-8AD6-5761526A98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46A94E-D7D8-4EBB-9A10-ECB729C00F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771DD8-ECD1-4A41-B5B2-75C05A6F40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D0F97E-CDDE-475F-B974-7A724D8436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51E272-2F06-4941-86E9-5C7B4B3D72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2232F1-CB86-4F7F-A487-52FFDEBB79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8318603d64d81" /><Relationship Type="http://schemas.openxmlformats.org/officeDocument/2006/relationships/slideLayout" Target="/ppt/slideLayouts/slideLayout1.xml" Id="Rb68365fc9c4e440a" /><Relationship Type="http://schemas.openxmlformats.org/officeDocument/2006/relationships/slideLayout" Target="/ppt/slideLayouts/slideLayout2.xml" Id="R1571cba0de674ed2" /><Relationship Type="http://schemas.openxmlformats.org/officeDocument/2006/relationships/slideLayout" Target="/ppt/slideLayouts/slideLayout3.xml" Id="R5b3bc7a7d57b433f" /><Relationship Type="http://schemas.openxmlformats.org/officeDocument/2006/relationships/slideLayout" Target="/ppt/slideLayouts/slideLayout4.xml" Id="R1e340cf4fd234169" /><Relationship Type="http://schemas.openxmlformats.org/officeDocument/2006/relationships/slideLayout" Target="/ppt/slideLayouts/slideLayout5.xml" Id="R01dd139268434b54" /><Relationship Type="http://schemas.openxmlformats.org/officeDocument/2006/relationships/slideLayout" Target="/ppt/slideLayouts/slideLayout6.xml" Id="Rfa184c7ffceb46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8365fc9c4e440a"/>
    <p:sldLayoutId xmlns:r="http://schemas.openxmlformats.org/officeDocument/2006/relationships" id="2147483650" r:id="R1571cba0de674ed2"/>
    <p:sldLayoutId xmlns:r="http://schemas.openxmlformats.org/officeDocument/2006/relationships" id="2147483651" r:id="R5b3bc7a7d57b433f"/>
    <p:sldLayoutId xmlns:r="http://schemas.openxmlformats.org/officeDocument/2006/relationships" id="2147483652" r:id="R1e340cf4fd234169"/>
    <p:sldLayoutId xmlns:r="http://schemas.openxmlformats.org/officeDocument/2006/relationships" id="2147483653" r:id="R01dd139268434b54"/>
    <p:sldLayoutId xmlns:r="http://schemas.openxmlformats.org/officeDocument/2006/relationships" id="2147483654" r:id="Rfa184c7ffceb46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91eae267aa468f" /><Relationship Type="http://schemas.openxmlformats.org/officeDocument/2006/relationships/notesSlide" Target="/ppt/notesSlides/notesSlide1.xml" Id="Ra3891f053313463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E0A40FC-AD06-4CAA-ACC4-0AD328F45CD9}"/>
              </a:ext>
            </a:extLst>
          </p:cNvPr>
          <p:cNvSpPr>
            <a:spLocks xmlns:a="http://schemas.openxmlformats.org/drawingml/2006/main" noGrp="1"/>
          </p:cNvSpPr>
          <p:nvPr/>
        </p:nvSpPr>
        <p:spPr>
          <a:xfrm xmlns:a="http://schemas.openxmlformats.org/drawingml/2006/main">
            <a:off x="476250" y="22860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456B8"/>
                </a:solidFill>
              </a:defRPr>
            </a:defPPr>
            <a:lvl1pPr>
              <a:defRPr sz="1200" b="1">
                <a:solidFill>
                  <a:srgbClr val="1456B8"/>
                </a:solidFill>
              </a:defRPr>
            </a:lvl1pPr>
            <a:lvl2pPr>
              <a:defRPr sz="1200" b="1">
                <a:solidFill>
                  <a:srgbClr val="1456B8"/>
                </a:solidFill>
              </a:defRPr>
            </a:lvl2pPr>
            <a:lvl3pPr>
              <a:defRPr sz="1200" b="1">
                <a:solidFill>
                  <a:srgbClr val="1456B8"/>
                </a:solidFill>
              </a:defRPr>
            </a:lvl3pPr>
            <a:lvl4pPr>
              <a:defRPr sz="1200" b="1">
                <a:solidFill>
                  <a:srgbClr val="1456B8"/>
                </a:solidFill>
              </a:defRPr>
            </a:lvl4pPr>
            <a:lvl5pPr>
              <a:defRPr sz="1200" b="1">
                <a:solidFill>
                  <a:srgbClr val="1456B8"/>
                </a:solidFill>
              </a:defRPr>
            </a:lvl5pPr>
            <a:lvl6pPr>
              <a:defRPr sz="1200" b="1">
                <a:solidFill>
                  <a:srgbClr val="1456B8"/>
                </a:solidFill>
              </a:defRPr>
            </a:lvl6pPr>
            <a:lvl7pPr>
              <a:defRPr sz="1200" b="1">
                <a:solidFill>
                  <a:srgbClr val="1456B8"/>
                </a:solidFill>
              </a:defRPr>
            </a:lvl7pPr>
            <a:lvl8pPr>
              <a:defRPr sz="1200" b="1">
                <a:solidFill>
                  <a:srgbClr val="1456B8"/>
                </a:solidFill>
              </a:defRPr>
            </a:lvl8pPr>
            <a:lvl9pPr>
              <a:defRPr sz="1200" b="1">
                <a:solidFill>
                  <a:srgbClr val="1456B8"/>
                </a:solidFill>
              </a:defRPr>
            </a:lvl9pPr>
          </a:lstStyle>
          <a:p xmlns:a="http://schemas.openxmlformats.org/drawingml/2006/main">
            <a:pPr>
              <a:defRPr sz="1200" b="1">
                <a:solidFill>
                  <a:srgbClr val="1456B8"/>
                </a:solidFill>
              </a:defRPr>
            </a:pPr>
            <a:r>
              <a:rPr sz="1200" b="1">
                <a:solidFill>
                  <a:srgbClr val="1456B8"/>
                </a:solidFill>
              </a:rPr>
              <a:t>STUDYCOMPARE AI</a:t>
            </a:r>
          </a:p>
        </p:txBody>
      </p:sp>
      <p:sp>
        <p:nvSpPr>
          <p:cNvPr id="3" name="">
            <a:extLst xmlns:a="http://schemas.openxmlformats.org/drawingml/2006/main">
              <a:ext uri="{FF2B5EF4-FFF2-40B4-BE49-F238E27FC236}">
                <a16:creationId xmlns:a16="http://schemas.microsoft.com/office/drawing/2014/main" id="{EAF7922F-3705-4D3B-B9C5-439EE725F227}"/>
              </a:ext>
            </a:extLst>
          </p:cNvPr>
          <p:cNvSpPr>
            <a:spLocks xmlns:a="http://schemas.openxmlformats.org/drawingml/2006/main" noGrp="1"/>
          </p:cNvSpPr>
          <p:nvPr/>
        </p:nvSpPr>
        <p:spPr>
          <a:xfrm xmlns:a="http://schemas.openxmlformats.org/drawingml/2006/main">
            <a:off x="476250" y="581025"/>
            <a:ext cx="11239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A4C"/>
                </a:solidFill>
              </a:defRPr>
            </a:defPPr>
            <a:lvl1pPr>
              <a:defRPr sz="3300" b="1">
                <a:solidFill>
                  <a:srgbClr val="102A4C"/>
                </a:solidFill>
              </a:defRPr>
            </a:lvl1pPr>
            <a:lvl2pPr>
              <a:defRPr sz="3300" b="1">
                <a:solidFill>
                  <a:srgbClr val="102A4C"/>
                </a:solidFill>
              </a:defRPr>
            </a:lvl2pPr>
            <a:lvl3pPr>
              <a:defRPr sz="3300" b="1">
                <a:solidFill>
                  <a:srgbClr val="102A4C"/>
                </a:solidFill>
              </a:defRPr>
            </a:lvl3pPr>
            <a:lvl4pPr>
              <a:defRPr sz="3300" b="1">
                <a:solidFill>
                  <a:srgbClr val="102A4C"/>
                </a:solidFill>
              </a:defRPr>
            </a:lvl4pPr>
            <a:lvl5pPr>
              <a:defRPr sz="3300" b="1">
                <a:solidFill>
                  <a:srgbClr val="102A4C"/>
                </a:solidFill>
              </a:defRPr>
            </a:lvl5pPr>
            <a:lvl6pPr>
              <a:defRPr sz="3300" b="1">
                <a:solidFill>
                  <a:srgbClr val="102A4C"/>
                </a:solidFill>
              </a:defRPr>
            </a:lvl6pPr>
            <a:lvl7pPr>
              <a:defRPr sz="3300" b="1">
                <a:solidFill>
                  <a:srgbClr val="102A4C"/>
                </a:solidFill>
              </a:defRPr>
            </a:lvl7pPr>
            <a:lvl8pPr>
              <a:defRPr sz="3300" b="1">
                <a:solidFill>
                  <a:srgbClr val="102A4C"/>
                </a:solidFill>
              </a:defRPr>
            </a:lvl8pPr>
            <a:lvl9pPr>
              <a:defRPr sz="3300" b="1">
                <a:solidFill>
                  <a:srgbClr val="102A4C"/>
                </a:solidFill>
              </a:defRPr>
            </a:lvl9pPr>
          </a:lstStyle>
          <a:p xmlns:a="http://schemas.openxmlformats.org/drawingml/2006/main">
            <a:pPr>
              <a:defRPr sz="3300" b="1">
                <a:solidFill>
                  <a:srgbClr val="102A4C"/>
                </a:solidFill>
              </a:defRPr>
            </a:pPr>
            <a:r>
              <a:rPr sz="3300" b="1">
                <a:solidFill>
                  <a:srgbClr val="102A4C"/>
                </a:solidFill>
              </a:rPr>
              <a:t>AI governance &amp; operations</a:t>
            </a:r>
          </a:p>
        </p:txBody>
      </p:sp>
      <p:sp>
        <p:nvSpPr>
          <p:cNvPr id="4" name="">
            <a:extLst xmlns:a="http://schemas.openxmlformats.org/drawingml/2006/main">
              <a:ext uri="{FF2B5EF4-FFF2-40B4-BE49-F238E27FC236}">
                <a16:creationId xmlns:a16="http://schemas.microsoft.com/office/drawing/2014/main" id="{4EE7A29E-82D5-4AC7-B423-8A9843C24C5A}"/>
              </a:ext>
            </a:extLst>
          </p:cNvPr>
          <p:cNvSpPr>
            <a:spLocks xmlns:a="http://schemas.openxmlformats.org/drawingml/2006/main" noGrp="1"/>
          </p:cNvSpPr>
          <p:nvPr/>
        </p:nvSpPr>
        <p:spPr>
          <a:xfrm xmlns:a="http://schemas.openxmlformats.org/drawingml/2006/main">
            <a:off x="476250" y="119062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708D"/>
                </a:solidFill>
              </a:defRPr>
            </a:defPPr>
            <a:lvl1pPr>
              <a:defRPr sz="1725" b="0">
                <a:solidFill>
                  <a:srgbClr val="59708D"/>
                </a:solidFill>
              </a:defRPr>
            </a:lvl1pPr>
            <a:lvl2pPr>
              <a:defRPr sz="1725" b="0">
                <a:solidFill>
                  <a:srgbClr val="59708D"/>
                </a:solidFill>
              </a:defRPr>
            </a:lvl2pPr>
            <a:lvl3pPr>
              <a:defRPr sz="1725" b="0">
                <a:solidFill>
                  <a:srgbClr val="59708D"/>
                </a:solidFill>
              </a:defRPr>
            </a:lvl3pPr>
            <a:lvl4pPr>
              <a:defRPr sz="1725" b="0">
                <a:solidFill>
                  <a:srgbClr val="59708D"/>
                </a:solidFill>
              </a:defRPr>
            </a:lvl4pPr>
            <a:lvl5pPr>
              <a:defRPr sz="1725" b="0">
                <a:solidFill>
                  <a:srgbClr val="59708D"/>
                </a:solidFill>
              </a:defRPr>
            </a:lvl5pPr>
            <a:lvl6pPr>
              <a:defRPr sz="1725" b="0">
                <a:solidFill>
                  <a:srgbClr val="59708D"/>
                </a:solidFill>
              </a:defRPr>
            </a:lvl6pPr>
            <a:lvl7pPr>
              <a:defRPr sz="1725" b="0">
                <a:solidFill>
                  <a:srgbClr val="59708D"/>
                </a:solidFill>
              </a:defRPr>
            </a:lvl7pPr>
            <a:lvl8pPr>
              <a:defRPr sz="1725" b="0">
                <a:solidFill>
                  <a:srgbClr val="59708D"/>
                </a:solidFill>
              </a:defRPr>
            </a:lvl8pPr>
            <a:lvl9pPr>
              <a:defRPr sz="1725" b="0">
                <a:solidFill>
                  <a:srgbClr val="59708D"/>
                </a:solidFill>
              </a:defRPr>
            </a:lvl9pPr>
          </a:lstStyle>
          <a:p xmlns:a="http://schemas.openxmlformats.org/drawingml/2006/main">
            <a:pPr>
              <a:defRPr sz="1725" b="0">
                <a:solidFill>
                  <a:srgbClr val="59708D"/>
                </a:solidFill>
              </a:defRPr>
            </a:pPr>
            <a:r>
              <a:rPr sz="1725" b="0">
                <a:solidFill>
                  <a:srgbClr val="59708D"/>
                </a:solidFill>
              </a:rPr>
              <a:t>Target enterprise model with an existing demo foundation</a:t>
            </a:r>
          </a:p>
        </p:txBody>
      </p:sp>
      <p:sp>
        <p:nvSpPr>
          <p:cNvPr id="5" name="">
            <a:extLst xmlns:a="http://schemas.openxmlformats.org/drawingml/2006/main">
              <a:ext uri="{FF2B5EF4-FFF2-40B4-BE49-F238E27FC236}">
                <a16:creationId xmlns:a16="http://schemas.microsoft.com/office/drawing/2014/main" id="{53EC706E-4F3D-4AD7-8AF3-BF39E4C3913E}"/>
              </a:ext>
            </a:extLst>
          </p:cNvPr>
          <p:cNvSpPr>
            <a:spLocks xmlns:a="http://schemas.openxmlformats.org/drawingml/2006/main" noGrp="1"/>
          </p:cNvSpPr>
          <p:nvPr/>
        </p:nvSpPr>
        <p:spPr>
          <a:xfrm xmlns:a="http://schemas.openxmlformats.org/drawingml/2006/main">
            <a:off x="476250" y="1733550"/>
            <a:ext cx="3429000" cy="2857500"/>
          </a:xfrm>
          <a:prstGeom xmlns:a="http://schemas.openxmlformats.org/drawingml/2006/main" prst="rect">
            <a:avLst/>
          </a:prstGeom>
          <a:solidFill xmlns:a="http://schemas.openxmlformats.org/drawingml/2006/main">
            <a:srgbClr val="FAFCFE"/>
          </a:solidFill>
          <a:ln xmlns:a="http://schemas.openxmlformats.org/drawingml/2006/main" w="14288">
            <a:solidFill>
              <a:srgbClr val="93A9C4"/>
            </a:solidFill>
            <a:prstDash val="dash"/>
          </a:ln>
        </p:spPr>
      </p:sp>
      <p:sp>
        <p:nvSpPr>
          <p:cNvPr id="6" name="">
            <a:extLst xmlns:a="http://schemas.openxmlformats.org/drawingml/2006/main">
              <a:ext uri="{FF2B5EF4-FFF2-40B4-BE49-F238E27FC236}">
                <a16:creationId xmlns:a16="http://schemas.microsoft.com/office/drawing/2014/main" id="{5608A189-DFB0-4191-BD51-E01367CF6F6A}"/>
              </a:ext>
            </a:extLst>
          </p:cNvPr>
          <p:cNvSpPr>
            <a:spLocks xmlns:a="http://schemas.openxmlformats.org/drawingml/2006/main" noGrp="1"/>
          </p:cNvSpPr>
          <p:nvPr/>
        </p:nvSpPr>
        <p:spPr>
          <a:xfrm xmlns:a="http://schemas.openxmlformats.org/drawingml/2006/main">
            <a:off x="7429500" y="1733550"/>
            <a:ext cx="4286250" cy="2857500"/>
          </a:xfrm>
          <a:prstGeom xmlns:a="http://schemas.openxmlformats.org/drawingml/2006/main" prst="rect">
            <a:avLst/>
          </a:prstGeom>
          <a:solidFill xmlns:a="http://schemas.openxmlformats.org/drawingml/2006/main">
            <a:srgbClr val="FAFCFE"/>
          </a:solidFill>
          <a:ln xmlns:a="http://schemas.openxmlformats.org/drawingml/2006/main" w="14288">
            <a:solidFill>
              <a:srgbClr val="93A9C4"/>
            </a:solidFill>
            <a:prstDash val="dash"/>
          </a:ln>
        </p:spPr>
      </p:sp>
      <p:sp>
        <p:nvSpPr>
          <p:cNvPr id="7" name="">
            <a:extLst xmlns:a="http://schemas.openxmlformats.org/drawingml/2006/main">
              <a:ext uri="{FF2B5EF4-FFF2-40B4-BE49-F238E27FC236}">
                <a16:creationId xmlns:a16="http://schemas.microsoft.com/office/drawing/2014/main" id="{F6566B62-647E-454B-BCB3-81C59AD2ED56}"/>
              </a:ext>
            </a:extLst>
          </p:cNvPr>
          <p:cNvSpPr>
            <a:spLocks xmlns:a="http://schemas.openxmlformats.org/drawingml/2006/main" noGrp="1"/>
          </p:cNvSpPr>
          <p:nvPr/>
        </p:nvSpPr>
        <p:spPr>
          <a:xfrm xmlns:a="http://schemas.openxmlformats.org/drawingml/2006/main">
            <a:off x="685800" y="18954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02A4C"/>
                </a:solidFill>
              </a:defRPr>
            </a:defPPr>
            <a:lvl1pPr>
              <a:defRPr sz="2025" b="1">
                <a:solidFill>
                  <a:srgbClr val="102A4C"/>
                </a:solidFill>
              </a:defRPr>
            </a:lvl1pPr>
            <a:lvl2pPr>
              <a:defRPr sz="2025" b="1">
                <a:solidFill>
                  <a:srgbClr val="102A4C"/>
                </a:solidFill>
              </a:defRPr>
            </a:lvl2pPr>
            <a:lvl3pPr>
              <a:defRPr sz="2025" b="1">
                <a:solidFill>
                  <a:srgbClr val="102A4C"/>
                </a:solidFill>
              </a:defRPr>
            </a:lvl3pPr>
            <a:lvl4pPr>
              <a:defRPr sz="2025" b="1">
                <a:solidFill>
                  <a:srgbClr val="102A4C"/>
                </a:solidFill>
              </a:defRPr>
            </a:lvl4pPr>
            <a:lvl5pPr>
              <a:defRPr sz="2025" b="1">
                <a:solidFill>
                  <a:srgbClr val="102A4C"/>
                </a:solidFill>
              </a:defRPr>
            </a:lvl5pPr>
            <a:lvl6pPr>
              <a:defRPr sz="2025" b="1">
                <a:solidFill>
                  <a:srgbClr val="102A4C"/>
                </a:solidFill>
              </a:defRPr>
            </a:lvl6pPr>
            <a:lvl7pPr>
              <a:defRPr sz="2025" b="1">
                <a:solidFill>
                  <a:srgbClr val="102A4C"/>
                </a:solidFill>
              </a:defRPr>
            </a:lvl7pPr>
            <a:lvl8pPr>
              <a:defRPr sz="2025" b="1">
                <a:solidFill>
                  <a:srgbClr val="102A4C"/>
                </a:solidFill>
              </a:defRPr>
            </a:lvl8pPr>
            <a:lvl9pPr>
              <a:defRPr sz="2025" b="1">
                <a:solidFill>
                  <a:srgbClr val="102A4C"/>
                </a:solidFill>
              </a:defRPr>
            </a:lvl9pPr>
          </a:lstStyle>
          <a:p xmlns:a="http://schemas.openxmlformats.org/drawingml/2006/main">
            <a:pPr>
              <a:defRPr sz="2025" b="1">
                <a:solidFill>
                  <a:srgbClr val="102A4C"/>
                </a:solidFill>
              </a:defRPr>
            </a:pPr>
            <a:r>
              <a:rPr sz="2025" b="1">
                <a:solidFill>
                  <a:srgbClr val="102A4C"/>
                </a:solidFill>
              </a:rPr>
              <a:t>GOVERNANCE</a:t>
            </a:r>
          </a:p>
        </p:txBody>
      </p:sp>
      <p:sp>
        <p:nvSpPr>
          <p:cNvPr id="8" name="">
            <a:extLst xmlns:a="http://schemas.openxmlformats.org/drawingml/2006/main">
              <a:ext uri="{FF2B5EF4-FFF2-40B4-BE49-F238E27FC236}">
                <a16:creationId xmlns:a16="http://schemas.microsoft.com/office/drawing/2014/main" id="{C15AC3BE-2B85-4ABA-929E-2F214B3D7D36}"/>
              </a:ext>
            </a:extLst>
          </p:cNvPr>
          <p:cNvSpPr>
            <a:spLocks xmlns:a="http://schemas.openxmlformats.org/drawingml/2006/main" noGrp="1"/>
          </p:cNvSpPr>
          <p:nvPr/>
        </p:nvSpPr>
        <p:spPr>
          <a:xfrm xmlns:a="http://schemas.openxmlformats.org/drawingml/2006/main">
            <a:off x="7639050" y="18954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02A4C"/>
                </a:solidFill>
              </a:defRPr>
            </a:defPPr>
            <a:lvl1pPr>
              <a:defRPr sz="2025" b="1">
                <a:solidFill>
                  <a:srgbClr val="102A4C"/>
                </a:solidFill>
              </a:defRPr>
            </a:lvl1pPr>
            <a:lvl2pPr>
              <a:defRPr sz="2025" b="1">
                <a:solidFill>
                  <a:srgbClr val="102A4C"/>
                </a:solidFill>
              </a:defRPr>
            </a:lvl2pPr>
            <a:lvl3pPr>
              <a:defRPr sz="2025" b="1">
                <a:solidFill>
                  <a:srgbClr val="102A4C"/>
                </a:solidFill>
              </a:defRPr>
            </a:lvl3pPr>
            <a:lvl4pPr>
              <a:defRPr sz="2025" b="1">
                <a:solidFill>
                  <a:srgbClr val="102A4C"/>
                </a:solidFill>
              </a:defRPr>
            </a:lvl4pPr>
            <a:lvl5pPr>
              <a:defRPr sz="2025" b="1">
                <a:solidFill>
                  <a:srgbClr val="102A4C"/>
                </a:solidFill>
              </a:defRPr>
            </a:lvl5pPr>
            <a:lvl6pPr>
              <a:defRPr sz="2025" b="1">
                <a:solidFill>
                  <a:srgbClr val="102A4C"/>
                </a:solidFill>
              </a:defRPr>
            </a:lvl6pPr>
            <a:lvl7pPr>
              <a:defRPr sz="2025" b="1">
                <a:solidFill>
                  <a:srgbClr val="102A4C"/>
                </a:solidFill>
              </a:defRPr>
            </a:lvl7pPr>
            <a:lvl8pPr>
              <a:defRPr sz="2025" b="1">
                <a:solidFill>
                  <a:srgbClr val="102A4C"/>
                </a:solidFill>
              </a:defRPr>
            </a:lvl8pPr>
            <a:lvl9pPr>
              <a:defRPr sz="2025" b="1">
                <a:solidFill>
                  <a:srgbClr val="102A4C"/>
                </a:solidFill>
              </a:defRPr>
            </a:lvl9pPr>
          </a:lstStyle>
          <a:p xmlns:a="http://schemas.openxmlformats.org/drawingml/2006/main">
            <a:pPr>
              <a:defRPr sz="2025" b="1">
                <a:solidFill>
                  <a:srgbClr val="102A4C"/>
                </a:solidFill>
              </a:defRPr>
            </a:pPr>
            <a:r>
              <a:rPr sz="2025" b="1">
                <a:solidFill>
                  <a:srgbClr val="102A4C"/>
                </a:solidFill>
              </a:rPr>
              <a:t>OPERATIONS</a:t>
            </a:r>
          </a:p>
        </p:txBody>
      </p:sp>
      <p:sp>
        <p:nvSpPr>
          <p:cNvPr id="9" name="">
            <a:extLst xmlns:a="http://schemas.openxmlformats.org/drawingml/2006/main">
              <a:ext uri="{FF2B5EF4-FFF2-40B4-BE49-F238E27FC236}">
                <a16:creationId xmlns:a16="http://schemas.microsoft.com/office/drawing/2014/main" id="{9FFDFAAF-BE8D-411F-9478-2F65FFCCF0FB}"/>
              </a:ext>
            </a:extLst>
          </p:cNvPr>
          <p:cNvSpPr>
            <a:spLocks xmlns:a="http://schemas.openxmlformats.org/drawingml/2006/main" noGrp="1"/>
          </p:cNvSpPr>
          <p:nvPr/>
        </p:nvSpPr>
        <p:spPr>
          <a:xfrm xmlns:a="http://schemas.openxmlformats.org/drawingml/2006/main">
            <a:off x="685800" y="2381250"/>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73C6A"/>
                </a:solidFill>
              </a:defRPr>
            </a:defPPr>
            <a:lvl1pPr>
              <a:defRPr sz="1725" b="1">
                <a:solidFill>
                  <a:srgbClr val="173C6A"/>
                </a:solidFill>
              </a:defRPr>
            </a:lvl1pPr>
            <a:lvl2pPr>
              <a:defRPr sz="1725" b="1">
                <a:solidFill>
                  <a:srgbClr val="173C6A"/>
                </a:solidFill>
              </a:defRPr>
            </a:lvl2pPr>
            <a:lvl3pPr>
              <a:defRPr sz="1725" b="1">
                <a:solidFill>
                  <a:srgbClr val="173C6A"/>
                </a:solidFill>
              </a:defRPr>
            </a:lvl3pPr>
            <a:lvl4pPr>
              <a:defRPr sz="1725" b="1">
                <a:solidFill>
                  <a:srgbClr val="173C6A"/>
                </a:solidFill>
              </a:defRPr>
            </a:lvl4pPr>
            <a:lvl5pPr>
              <a:defRPr sz="1725" b="1">
                <a:solidFill>
                  <a:srgbClr val="173C6A"/>
                </a:solidFill>
              </a:defRPr>
            </a:lvl5pPr>
            <a:lvl6pPr>
              <a:defRPr sz="1725" b="1">
                <a:solidFill>
                  <a:srgbClr val="173C6A"/>
                </a:solidFill>
              </a:defRPr>
            </a:lvl6pPr>
            <a:lvl7pPr>
              <a:defRPr sz="1725" b="1">
                <a:solidFill>
                  <a:srgbClr val="173C6A"/>
                </a:solidFill>
              </a:defRPr>
            </a:lvl7pPr>
            <a:lvl8pPr>
              <a:defRPr sz="1725" b="1">
                <a:solidFill>
                  <a:srgbClr val="173C6A"/>
                </a:solidFill>
              </a:defRPr>
            </a:lvl8pPr>
            <a:lvl9pPr>
              <a:defRPr sz="1725" b="1">
                <a:solidFill>
                  <a:srgbClr val="173C6A"/>
                </a:solidFill>
              </a:defRPr>
            </a:lvl9pPr>
          </a:lstStyle>
          <a:p xmlns:a="http://schemas.openxmlformats.org/drawingml/2006/main">
            <a:pPr>
              <a:defRPr sz="1725" b="1">
                <a:solidFill>
                  <a:srgbClr val="173C6A"/>
                </a:solidFill>
              </a:defRPr>
            </a:pPr>
            <a:r>
              <a:rPr sz="1725" b="1">
                <a:solidFill>
                  <a:srgbClr val="173C6A"/>
                </a:solidFill>
              </a:rPr>
              <a:t>Accountability</a:t>
            </a:r>
          </a:p>
        </p:txBody>
      </p:sp>
      <p:sp>
        <p:nvSpPr>
          <p:cNvPr id="10" name="">
            <a:extLst xmlns:a="http://schemas.openxmlformats.org/drawingml/2006/main">
              <a:ext uri="{FF2B5EF4-FFF2-40B4-BE49-F238E27FC236}">
                <a16:creationId xmlns:a16="http://schemas.microsoft.com/office/drawing/2014/main" id="{29B1CF11-E596-453F-B991-CB55B1481EEE}"/>
              </a:ext>
            </a:extLst>
          </p:cNvPr>
          <p:cNvSpPr>
            <a:spLocks xmlns:a="http://schemas.openxmlformats.org/drawingml/2006/main" noGrp="1"/>
          </p:cNvSpPr>
          <p:nvPr/>
        </p:nvSpPr>
        <p:spPr>
          <a:xfrm xmlns:a="http://schemas.openxmlformats.org/drawingml/2006/main">
            <a:off x="685800" y="26574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Owners, approval rights, exceptions</a:t>
            </a:r>
          </a:p>
        </p:txBody>
      </p:sp>
      <p:sp>
        <p:nvSpPr>
          <p:cNvPr id="11" name="">
            <a:extLst xmlns:a="http://schemas.openxmlformats.org/drawingml/2006/main">
              <a:ext uri="{FF2B5EF4-FFF2-40B4-BE49-F238E27FC236}">
                <a16:creationId xmlns:a16="http://schemas.microsoft.com/office/drawing/2014/main" id="{BD4F57BB-5720-4155-9373-4BE43CBA61A4}"/>
              </a:ext>
            </a:extLst>
          </p:cNvPr>
          <p:cNvSpPr>
            <a:spLocks xmlns:a="http://schemas.openxmlformats.org/drawingml/2006/main" noGrp="1"/>
          </p:cNvSpPr>
          <p:nvPr/>
        </p:nvSpPr>
        <p:spPr>
          <a:xfrm xmlns:a="http://schemas.openxmlformats.org/drawingml/2006/main">
            <a:off x="685800" y="3048000"/>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73C6A"/>
                </a:solidFill>
              </a:defRPr>
            </a:defPPr>
            <a:lvl1pPr>
              <a:defRPr sz="1725" b="1">
                <a:solidFill>
                  <a:srgbClr val="173C6A"/>
                </a:solidFill>
              </a:defRPr>
            </a:lvl1pPr>
            <a:lvl2pPr>
              <a:defRPr sz="1725" b="1">
                <a:solidFill>
                  <a:srgbClr val="173C6A"/>
                </a:solidFill>
              </a:defRPr>
            </a:lvl2pPr>
            <a:lvl3pPr>
              <a:defRPr sz="1725" b="1">
                <a:solidFill>
                  <a:srgbClr val="173C6A"/>
                </a:solidFill>
              </a:defRPr>
            </a:lvl3pPr>
            <a:lvl4pPr>
              <a:defRPr sz="1725" b="1">
                <a:solidFill>
                  <a:srgbClr val="173C6A"/>
                </a:solidFill>
              </a:defRPr>
            </a:lvl4pPr>
            <a:lvl5pPr>
              <a:defRPr sz="1725" b="1">
                <a:solidFill>
                  <a:srgbClr val="173C6A"/>
                </a:solidFill>
              </a:defRPr>
            </a:lvl5pPr>
            <a:lvl6pPr>
              <a:defRPr sz="1725" b="1">
                <a:solidFill>
                  <a:srgbClr val="173C6A"/>
                </a:solidFill>
              </a:defRPr>
            </a:lvl6pPr>
            <a:lvl7pPr>
              <a:defRPr sz="1725" b="1">
                <a:solidFill>
                  <a:srgbClr val="173C6A"/>
                </a:solidFill>
              </a:defRPr>
            </a:lvl7pPr>
            <a:lvl8pPr>
              <a:defRPr sz="1725" b="1">
                <a:solidFill>
                  <a:srgbClr val="173C6A"/>
                </a:solidFill>
              </a:defRPr>
            </a:lvl8pPr>
            <a:lvl9pPr>
              <a:defRPr sz="1725" b="1">
                <a:solidFill>
                  <a:srgbClr val="173C6A"/>
                </a:solidFill>
              </a:defRPr>
            </a:lvl9pPr>
          </a:lstStyle>
          <a:p xmlns:a="http://schemas.openxmlformats.org/drawingml/2006/main">
            <a:pPr>
              <a:defRPr sz="1725" b="1">
                <a:solidFill>
                  <a:srgbClr val="173C6A"/>
                </a:solidFill>
              </a:defRPr>
            </a:pPr>
            <a:r>
              <a:rPr sz="1725" b="1">
                <a:solidFill>
                  <a:srgbClr val="173C6A"/>
                </a:solidFill>
              </a:rPr>
              <a:t>Data &amp; AI policy</a:t>
            </a:r>
          </a:p>
        </p:txBody>
      </p:sp>
      <p:sp>
        <p:nvSpPr>
          <p:cNvPr id="12" name="">
            <a:extLst xmlns:a="http://schemas.openxmlformats.org/drawingml/2006/main">
              <a:ext uri="{FF2B5EF4-FFF2-40B4-BE49-F238E27FC236}">
                <a16:creationId xmlns:a16="http://schemas.microsoft.com/office/drawing/2014/main" id="{7E34579B-9676-4D5E-B219-9C7FC4C60052}"/>
              </a:ext>
            </a:extLst>
          </p:cNvPr>
          <p:cNvSpPr>
            <a:spLocks xmlns:a="http://schemas.openxmlformats.org/drawingml/2006/main" noGrp="1"/>
          </p:cNvSpPr>
          <p:nvPr/>
        </p:nvSpPr>
        <p:spPr>
          <a:xfrm xmlns:a="http://schemas.openxmlformats.org/drawingml/2006/main">
            <a:off x="685800" y="33242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Privacy, evidence, permitted AI actions</a:t>
            </a:r>
          </a:p>
        </p:txBody>
      </p:sp>
      <p:sp>
        <p:nvSpPr>
          <p:cNvPr id="13" name="">
            <a:extLst xmlns:a="http://schemas.openxmlformats.org/drawingml/2006/main">
              <a:ext uri="{FF2B5EF4-FFF2-40B4-BE49-F238E27FC236}">
                <a16:creationId xmlns:a16="http://schemas.microsoft.com/office/drawing/2014/main" id="{2668A156-B5BC-4F3B-AE3A-9AE3D14614AB}"/>
              </a:ext>
            </a:extLst>
          </p:cNvPr>
          <p:cNvSpPr>
            <a:spLocks xmlns:a="http://schemas.openxmlformats.org/drawingml/2006/main" noGrp="1"/>
          </p:cNvSpPr>
          <p:nvPr/>
        </p:nvSpPr>
        <p:spPr>
          <a:xfrm xmlns:a="http://schemas.openxmlformats.org/drawingml/2006/main">
            <a:off x="685800" y="3714750"/>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73C6A"/>
                </a:solidFill>
              </a:defRPr>
            </a:defPPr>
            <a:lvl1pPr>
              <a:defRPr sz="1725" b="1">
                <a:solidFill>
                  <a:srgbClr val="173C6A"/>
                </a:solidFill>
              </a:defRPr>
            </a:lvl1pPr>
            <a:lvl2pPr>
              <a:defRPr sz="1725" b="1">
                <a:solidFill>
                  <a:srgbClr val="173C6A"/>
                </a:solidFill>
              </a:defRPr>
            </a:lvl2pPr>
            <a:lvl3pPr>
              <a:defRPr sz="1725" b="1">
                <a:solidFill>
                  <a:srgbClr val="173C6A"/>
                </a:solidFill>
              </a:defRPr>
            </a:lvl3pPr>
            <a:lvl4pPr>
              <a:defRPr sz="1725" b="1">
                <a:solidFill>
                  <a:srgbClr val="173C6A"/>
                </a:solidFill>
              </a:defRPr>
            </a:lvl4pPr>
            <a:lvl5pPr>
              <a:defRPr sz="1725" b="1">
                <a:solidFill>
                  <a:srgbClr val="173C6A"/>
                </a:solidFill>
              </a:defRPr>
            </a:lvl5pPr>
            <a:lvl6pPr>
              <a:defRPr sz="1725" b="1">
                <a:solidFill>
                  <a:srgbClr val="173C6A"/>
                </a:solidFill>
              </a:defRPr>
            </a:lvl6pPr>
            <a:lvl7pPr>
              <a:defRPr sz="1725" b="1">
                <a:solidFill>
                  <a:srgbClr val="173C6A"/>
                </a:solidFill>
              </a:defRPr>
            </a:lvl7pPr>
            <a:lvl8pPr>
              <a:defRPr sz="1725" b="1">
                <a:solidFill>
                  <a:srgbClr val="173C6A"/>
                </a:solidFill>
              </a:defRPr>
            </a:lvl8pPr>
            <a:lvl9pPr>
              <a:defRPr sz="1725" b="1">
                <a:solidFill>
                  <a:srgbClr val="173C6A"/>
                </a:solidFill>
              </a:defRPr>
            </a:lvl9pPr>
          </a:lstStyle>
          <a:p xmlns:a="http://schemas.openxmlformats.org/drawingml/2006/main">
            <a:pPr>
              <a:defRPr sz="1725" b="1">
                <a:solidFill>
                  <a:srgbClr val="173C6A"/>
                </a:solidFill>
              </a:defRPr>
            </a:pPr>
            <a:r>
              <a:rPr sz="1725" b="1">
                <a:solidFill>
                  <a:srgbClr val="173C6A"/>
                </a:solidFill>
              </a:rPr>
              <a:t>Risk &amp; assurance</a:t>
            </a:r>
          </a:p>
        </p:txBody>
      </p:sp>
      <p:sp>
        <p:nvSpPr>
          <p:cNvPr id="14" name="">
            <a:extLst xmlns:a="http://schemas.openxmlformats.org/drawingml/2006/main">
              <a:ext uri="{FF2B5EF4-FFF2-40B4-BE49-F238E27FC236}">
                <a16:creationId xmlns:a16="http://schemas.microsoft.com/office/drawing/2014/main" id="{F4536F04-4D5A-49C4-9F27-728B2E64ECC5}"/>
              </a:ext>
            </a:extLst>
          </p:cNvPr>
          <p:cNvSpPr>
            <a:spLocks xmlns:a="http://schemas.openxmlformats.org/drawingml/2006/main" noGrp="1"/>
          </p:cNvSpPr>
          <p:nvPr/>
        </p:nvSpPr>
        <p:spPr>
          <a:xfrm xmlns:a="http://schemas.openxmlformats.org/drawingml/2006/main">
            <a:off x="685800" y="39909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Risk tolerance, human review, release criteria</a:t>
            </a:r>
          </a:p>
        </p:txBody>
      </p:sp>
      <p:sp>
        <p:nvSpPr>
          <p:cNvPr id="15" name="">
            <a:extLst xmlns:a="http://schemas.openxmlformats.org/drawingml/2006/main">
              <a:ext uri="{FF2B5EF4-FFF2-40B4-BE49-F238E27FC236}">
                <a16:creationId xmlns:a16="http://schemas.microsoft.com/office/drawing/2014/main" id="{14FD21AD-4A36-4681-9F78-BD365AB9DD0A}"/>
              </a:ext>
            </a:extLst>
          </p:cNvPr>
          <p:cNvSpPr>
            <a:spLocks xmlns:a="http://schemas.openxmlformats.org/drawingml/2006/main" noGrp="1"/>
          </p:cNvSpPr>
          <p:nvPr/>
        </p:nvSpPr>
        <p:spPr>
          <a:xfrm xmlns:a="http://schemas.openxmlformats.org/drawingml/2006/main">
            <a:off x="7639050" y="2333625"/>
            <a:ext cx="3867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73C6A"/>
                </a:solidFill>
              </a:defRPr>
            </a:defPPr>
            <a:lvl1pPr>
              <a:defRPr sz="1650" b="1">
                <a:solidFill>
                  <a:srgbClr val="173C6A"/>
                </a:solidFill>
              </a:defRPr>
            </a:lvl1pPr>
            <a:lvl2pPr>
              <a:defRPr sz="1650" b="1">
                <a:solidFill>
                  <a:srgbClr val="173C6A"/>
                </a:solidFill>
              </a:defRPr>
            </a:lvl2pPr>
            <a:lvl3pPr>
              <a:defRPr sz="1650" b="1">
                <a:solidFill>
                  <a:srgbClr val="173C6A"/>
                </a:solidFill>
              </a:defRPr>
            </a:lvl3pPr>
            <a:lvl4pPr>
              <a:defRPr sz="1650" b="1">
                <a:solidFill>
                  <a:srgbClr val="173C6A"/>
                </a:solidFill>
              </a:defRPr>
            </a:lvl4pPr>
            <a:lvl5pPr>
              <a:defRPr sz="1650" b="1">
                <a:solidFill>
                  <a:srgbClr val="173C6A"/>
                </a:solidFill>
              </a:defRPr>
            </a:lvl5pPr>
            <a:lvl6pPr>
              <a:defRPr sz="1650" b="1">
                <a:solidFill>
                  <a:srgbClr val="173C6A"/>
                </a:solidFill>
              </a:defRPr>
            </a:lvl6pPr>
            <a:lvl7pPr>
              <a:defRPr sz="1650" b="1">
                <a:solidFill>
                  <a:srgbClr val="173C6A"/>
                </a:solidFill>
              </a:defRPr>
            </a:lvl7pPr>
            <a:lvl8pPr>
              <a:defRPr sz="1650" b="1">
                <a:solidFill>
                  <a:srgbClr val="173C6A"/>
                </a:solidFill>
              </a:defRPr>
            </a:lvl8pPr>
            <a:lvl9pPr>
              <a:defRPr sz="1650" b="1">
                <a:solidFill>
                  <a:srgbClr val="173C6A"/>
                </a:solidFill>
              </a:defRPr>
            </a:lvl9pPr>
          </a:lstStyle>
          <a:p xmlns:a="http://schemas.openxmlformats.org/drawingml/2006/main">
            <a:pPr>
              <a:defRPr sz="1650" b="1">
                <a:solidFill>
                  <a:srgbClr val="173C6A"/>
                </a:solidFill>
              </a:defRPr>
            </a:pPr>
            <a:r>
              <a:rPr sz="1650" b="1">
                <a:solidFill>
                  <a:srgbClr val="173C6A"/>
                </a:solidFill>
              </a:rPr>
              <a:t>Quality &amp; business KPIs</a:t>
            </a:r>
          </a:p>
        </p:txBody>
      </p:sp>
      <p:sp>
        <p:nvSpPr>
          <p:cNvPr id="16" name="">
            <a:extLst xmlns:a="http://schemas.openxmlformats.org/drawingml/2006/main">
              <a:ext uri="{FF2B5EF4-FFF2-40B4-BE49-F238E27FC236}">
                <a16:creationId xmlns:a16="http://schemas.microsoft.com/office/drawing/2014/main" id="{EAD262BA-CFCE-4C49-994A-8103100B7F12}"/>
              </a:ext>
            </a:extLst>
          </p:cNvPr>
          <p:cNvSpPr>
            <a:spLocks xmlns:a="http://schemas.openxmlformats.org/drawingml/2006/main" noGrp="1"/>
          </p:cNvSpPr>
          <p:nvPr/>
        </p:nvSpPr>
        <p:spPr>
          <a:xfrm xmlns:a="http://schemas.openxmlformats.org/drawingml/2006/main">
            <a:off x="7639050" y="2590800"/>
            <a:ext cx="3867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Task success, groundedness, calibration</a:t>
            </a:r>
          </a:p>
        </p:txBody>
      </p:sp>
      <p:sp>
        <p:nvSpPr>
          <p:cNvPr id="17" name="">
            <a:extLst xmlns:a="http://schemas.openxmlformats.org/drawingml/2006/main">
              <a:ext uri="{FF2B5EF4-FFF2-40B4-BE49-F238E27FC236}">
                <a16:creationId xmlns:a16="http://schemas.microsoft.com/office/drawing/2014/main" id="{964A0AFA-45B6-4017-BF0F-830A1F0099D0}"/>
              </a:ext>
            </a:extLst>
          </p:cNvPr>
          <p:cNvSpPr>
            <a:spLocks xmlns:a="http://schemas.openxmlformats.org/drawingml/2006/main" noGrp="1"/>
          </p:cNvSpPr>
          <p:nvPr/>
        </p:nvSpPr>
        <p:spPr>
          <a:xfrm xmlns:a="http://schemas.openxmlformats.org/drawingml/2006/main">
            <a:off x="7639050" y="2876550"/>
            <a:ext cx="3867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73C6A"/>
                </a:solidFill>
              </a:defRPr>
            </a:defPPr>
            <a:lvl1pPr>
              <a:defRPr sz="1650" b="1">
                <a:solidFill>
                  <a:srgbClr val="173C6A"/>
                </a:solidFill>
              </a:defRPr>
            </a:lvl1pPr>
            <a:lvl2pPr>
              <a:defRPr sz="1650" b="1">
                <a:solidFill>
                  <a:srgbClr val="173C6A"/>
                </a:solidFill>
              </a:defRPr>
            </a:lvl2pPr>
            <a:lvl3pPr>
              <a:defRPr sz="1650" b="1">
                <a:solidFill>
                  <a:srgbClr val="173C6A"/>
                </a:solidFill>
              </a:defRPr>
            </a:lvl3pPr>
            <a:lvl4pPr>
              <a:defRPr sz="1650" b="1">
                <a:solidFill>
                  <a:srgbClr val="173C6A"/>
                </a:solidFill>
              </a:defRPr>
            </a:lvl4pPr>
            <a:lvl5pPr>
              <a:defRPr sz="1650" b="1">
                <a:solidFill>
                  <a:srgbClr val="173C6A"/>
                </a:solidFill>
              </a:defRPr>
            </a:lvl5pPr>
            <a:lvl6pPr>
              <a:defRPr sz="1650" b="1">
                <a:solidFill>
                  <a:srgbClr val="173C6A"/>
                </a:solidFill>
              </a:defRPr>
            </a:lvl6pPr>
            <a:lvl7pPr>
              <a:defRPr sz="1650" b="1">
                <a:solidFill>
                  <a:srgbClr val="173C6A"/>
                </a:solidFill>
              </a:defRPr>
            </a:lvl7pPr>
            <a:lvl8pPr>
              <a:defRPr sz="1650" b="1">
                <a:solidFill>
                  <a:srgbClr val="173C6A"/>
                </a:solidFill>
              </a:defRPr>
            </a:lvl8pPr>
            <a:lvl9pPr>
              <a:defRPr sz="1650" b="1">
                <a:solidFill>
                  <a:srgbClr val="173C6A"/>
                </a:solidFill>
              </a:defRPr>
            </a:lvl9pPr>
          </a:lstStyle>
          <a:p xmlns:a="http://schemas.openxmlformats.org/drawingml/2006/main">
            <a:pPr>
              <a:defRPr sz="1650" b="1">
                <a:solidFill>
                  <a:srgbClr val="173C6A"/>
                </a:solidFill>
              </a:defRPr>
            </a:pPr>
            <a:r>
              <a:rPr sz="1650" b="1">
                <a:solidFill>
                  <a:srgbClr val="173C6A"/>
                </a:solidFill>
              </a:rPr>
              <a:t>Delivery automation</a:t>
            </a:r>
          </a:p>
        </p:txBody>
      </p:sp>
      <p:sp>
        <p:nvSpPr>
          <p:cNvPr id="18" name="">
            <a:extLst xmlns:a="http://schemas.openxmlformats.org/drawingml/2006/main">
              <a:ext uri="{FF2B5EF4-FFF2-40B4-BE49-F238E27FC236}">
                <a16:creationId xmlns:a16="http://schemas.microsoft.com/office/drawing/2014/main" id="{B62C96F3-03E5-4A47-9098-D01981083B8D}"/>
              </a:ext>
            </a:extLst>
          </p:cNvPr>
          <p:cNvSpPr>
            <a:spLocks xmlns:a="http://schemas.openxmlformats.org/drawingml/2006/main" noGrp="1"/>
          </p:cNvSpPr>
          <p:nvPr/>
        </p:nvSpPr>
        <p:spPr>
          <a:xfrm xmlns:a="http://schemas.openxmlformats.org/drawingml/2006/main">
            <a:off x="7639050" y="3133725"/>
            <a:ext cx="3867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CI/CD gates, versioning, staged rollout</a:t>
            </a:r>
          </a:p>
        </p:txBody>
      </p:sp>
      <p:sp>
        <p:nvSpPr>
          <p:cNvPr id="19" name="">
            <a:extLst xmlns:a="http://schemas.openxmlformats.org/drawingml/2006/main">
              <a:ext uri="{FF2B5EF4-FFF2-40B4-BE49-F238E27FC236}">
                <a16:creationId xmlns:a16="http://schemas.microsoft.com/office/drawing/2014/main" id="{8450596E-5429-472A-9AD7-671A3AB1AB9B}"/>
              </a:ext>
            </a:extLst>
          </p:cNvPr>
          <p:cNvSpPr>
            <a:spLocks xmlns:a="http://schemas.openxmlformats.org/drawingml/2006/main" noGrp="1"/>
          </p:cNvSpPr>
          <p:nvPr/>
        </p:nvSpPr>
        <p:spPr>
          <a:xfrm xmlns:a="http://schemas.openxmlformats.org/drawingml/2006/main">
            <a:off x="7639050" y="3419475"/>
            <a:ext cx="3867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73C6A"/>
                </a:solidFill>
              </a:defRPr>
            </a:defPPr>
            <a:lvl1pPr>
              <a:defRPr sz="1650" b="1">
                <a:solidFill>
                  <a:srgbClr val="173C6A"/>
                </a:solidFill>
              </a:defRPr>
            </a:lvl1pPr>
            <a:lvl2pPr>
              <a:defRPr sz="1650" b="1">
                <a:solidFill>
                  <a:srgbClr val="173C6A"/>
                </a:solidFill>
              </a:defRPr>
            </a:lvl2pPr>
            <a:lvl3pPr>
              <a:defRPr sz="1650" b="1">
                <a:solidFill>
                  <a:srgbClr val="173C6A"/>
                </a:solidFill>
              </a:defRPr>
            </a:lvl3pPr>
            <a:lvl4pPr>
              <a:defRPr sz="1650" b="1">
                <a:solidFill>
                  <a:srgbClr val="173C6A"/>
                </a:solidFill>
              </a:defRPr>
            </a:lvl4pPr>
            <a:lvl5pPr>
              <a:defRPr sz="1650" b="1">
                <a:solidFill>
                  <a:srgbClr val="173C6A"/>
                </a:solidFill>
              </a:defRPr>
            </a:lvl5pPr>
            <a:lvl6pPr>
              <a:defRPr sz="1650" b="1">
                <a:solidFill>
                  <a:srgbClr val="173C6A"/>
                </a:solidFill>
              </a:defRPr>
            </a:lvl6pPr>
            <a:lvl7pPr>
              <a:defRPr sz="1650" b="1">
                <a:solidFill>
                  <a:srgbClr val="173C6A"/>
                </a:solidFill>
              </a:defRPr>
            </a:lvl7pPr>
            <a:lvl8pPr>
              <a:defRPr sz="1650" b="1">
                <a:solidFill>
                  <a:srgbClr val="173C6A"/>
                </a:solidFill>
              </a:defRPr>
            </a:lvl8pPr>
            <a:lvl9pPr>
              <a:defRPr sz="1650" b="1">
                <a:solidFill>
                  <a:srgbClr val="173C6A"/>
                </a:solidFill>
              </a:defRPr>
            </a:lvl9pPr>
          </a:lstStyle>
          <a:p xmlns:a="http://schemas.openxmlformats.org/drawingml/2006/main">
            <a:pPr>
              <a:defRPr sz="1650" b="1">
                <a:solidFill>
                  <a:srgbClr val="173C6A"/>
                </a:solidFill>
              </a:defRPr>
            </a:pPr>
            <a:r>
              <a:rPr sz="1650" b="1">
                <a:solidFill>
                  <a:srgbClr val="173C6A"/>
                </a:solidFill>
              </a:rPr>
              <a:t>Service reliability</a:t>
            </a:r>
          </a:p>
        </p:txBody>
      </p:sp>
      <p:sp>
        <p:nvSpPr>
          <p:cNvPr id="20" name="">
            <a:extLst xmlns:a="http://schemas.openxmlformats.org/drawingml/2006/main">
              <a:ext uri="{FF2B5EF4-FFF2-40B4-BE49-F238E27FC236}">
                <a16:creationId xmlns:a16="http://schemas.microsoft.com/office/drawing/2014/main" id="{1A1D2DAA-F406-4F2D-A161-83FBE216E681}"/>
              </a:ext>
            </a:extLst>
          </p:cNvPr>
          <p:cNvSpPr>
            <a:spLocks xmlns:a="http://schemas.openxmlformats.org/drawingml/2006/main" noGrp="1"/>
          </p:cNvSpPr>
          <p:nvPr/>
        </p:nvSpPr>
        <p:spPr>
          <a:xfrm xmlns:a="http://schemas.openxmlformats.org/drawingml/2006/main">
            <a:off x="7639050" y="3676650"/>
            <a:ext cx="3867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Latency, errors, incident recovery</a:t>
            </a:r>
          </a:p>
        </p:txBody>
      </p:sp>
      <p:sp>
        <p:nvSpPr>
          <p:cNvPr id="21" name="">
            <a:extLst xmlns:a="http://schemas.openxmlformats.org/drawingml/2006/main">
              <a:ext uri="{FF2B5EF4-FFF2-40B4-BE49-F238E27FC236}">
                <a16:creationId xmlns:a16="http://schemas.microsoft.com/office/drawing/2014/main" id="{168F9861-4F97-42F3-9089-765E99D9B501}"/>
              </a:ext>
            </a:extLst>
          </p:cNvPr>
          <p:cNvSpPr>
            <a:spLocks xmlns:a="http://schemas.openxmlformats.org/drawingml/2006/main" noGrp="1"/>
          </p:cNvSpPr>
          <p:nvPr/>
        </p:nvSpPr>
        <p:spPr>
          <a:xfrm xmlns:a="http://schemas.openxmlformats.org/drawingml/2006/main">
            <a:off x="7639050" y="3962400"/>
            <a:ext cx="3867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73C6A"/>
                </a:solidFill>
              </a:defRPr>
            </a:defPPr>
            <a:lvl1pPr>
              <a:defRPr sz="1650" b="1">
                <a:solidFill>
                  <a:srgbClr val="173C6A"/>
                </a:solidFill>
              </a:defRPr>
            </a:lvl1pPr>
            <a:lvl2pPr>
              <a:defRPr sz="1650" b="1">
                <a:solidFill>
                  <a:srgbClr val="173C6A"/>
                </a:solidFill>
              </a:defRPr>
            </a:lvl2pPr>
            <a:lvl3pPr>
              <a:defRPr sz="1650" b="1">
                <a:solidFill>
                  <a:srgbClr val="173C6A"/>
                </a:solidFill>
              </a:defRPr>
            </a:lvl3pPr>
            <a:lvl4pPr>
              <a:defRPr sz="1650" b="1">
                <a:solidFill>
                  <a:srgbClr val="173C6A"/>
                </a:solidFill>
              </a:defRPr>
            </a:lvl4pPr>
            <a:lvl5pPr>
              <a:defRPr sz="1650" b="1">
                <a:solidFill>
                  <a:srgbClr val="173C6A"/>
                </a:solidFill>
              </a:defRPr>
            </a:lvl5pPr>
            <a:lvl6pPr>
              <a:defRPr sz="1650" b="1">
                <a:solidFill>
                  <a:srgbClr val="173C6A"/>
                </a:solidFill>
              </a:defRPr>
            </a:lvl6pPr>
            <a:lvl7pPr>
              <a:defRPr sz="1650" b="1">
                <a:solidFill>
                  <a:srgbClr val="173C6A"/>
                </a:solidFill>
              </a:defRPr>
            </a:lvl7pPr>
            <a:lvl8pPr>
              <a:defRPr sz="1650" b="1">
                <a:solidFill>
                  <a:srgbClr val="173C6A"/>
                </a:solidFill>
              </a:defRPr>
            </a:lvl8pPr>
            <a:lvl9pPr>
              <a:defRPr sz="1650" b="1">
                <a:solidFill>
                  <a:srgbClr val="173C6A"/>
                </a:solidFill>
              </a:defRPr>
            </a:lvl9pPr>
          </a:lstStyle>
          <a:p xmlns:a="http://schemas.openxmlformats.org/drawingml/2006/main">
            <a:pPr>
              <a:defRPr sz="1650" b="1">
                <a:solidFill>
                  <a:srgbClr val="173C6A"/>
                </a:solidFill>
              </a:defRPr>
            </a:pPr>
            <a:r>
              <a:rPr sz="1650" b="1">
                <a:solidFill>
                  <a:srgbClr val="173C6A"/>
                </a:solidFill>
              </a:rPr>
              <a:t>Cost &amp; efficiency</a:t>
            </a:r>
          </a:p>
        </p:txBody>
      </p:sp>
      <p:sp>
        <p:nvSpPr>
          <p:cNvPr id="22" name="">
            <a:extLst xmlns:a="http://schemas.openxmlformats.org/drawingml/2006/main">
              <a:ext uri="{FF2B5EF4-FFF2-40B4-BE49-F238E27FC236}">
                <a16:creationId xmlns:a16="http://schemas.microsoft.com/office/drawing/2014/main" id="{D0C19160-1E9F-4E91-95E8-FE296AF1D69C}"/>
              </a:ext>
            </a:extLst>
          </p:cNvPr>
          <p:cNvSpPr>
            <a:spLocks xmlns:a="http://schemas.openxmlformats.org/drawingml/2006/main" noGrp="1"/>
          </p:cNvSpPr>
          <p:nvPr/>
        </p:nvSpPr>
        <p:spPr>
          <a:xfrm xmlns:a="http://schemas.openxmlformats.org/drawingml/2006/main">
            <a:off x="7639050" y="4219575"/>
            <a:ext cx="3867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D8D"/>
                </a:solidFill>
              </a:defRPr>
            </a:defPPr>
            <a:lvl1pPr>
              <a:defRPr sz="1425" b="0">
                <a:solidFill>
                  <a:srgbClr val="536D8D"/>
                </a:solidFill>
              </a:defRPr>
            </a:lvl1pPr>
            <a:lvl2pPr>
              <a:defRPr sz="1425" b="0">
                <a:solidFill>
                  <a:srgbClr val="536D8D"/>
                </a:solidFill>
              </a:defRPr>
            </a:lvl2pPr>
            <a:lvl3pPr>
              <a:defRPr sz="1425" b="0">
                <a:solidFill>
                  <a:srgbClr val="536D8D"/>
                </a:solidFill>
              </a:defRPr>
            </a:lvl3pPr>
            <a:lvl4pPr>
              <a:defRPr sz="1425" b="0">
                <a:solidFill>
                  <a:srgbClr val="536D8D"/>
                </a:solidFill>
              </a:defRPr>
            </a:lvl4pPr>
            <a:lvl5pPr>
              <a:defRPr sz="1425" b="0">
                <a:solidFill>
                  <a:srgbClr val="536D8D"/>
                </a:solidFill>
              </a:defRPr>
            </a:lvl5pPr>
            <a:lvl6pPr>
              <a:defRPr sz="1425" b="0">
                <a:solidFill>
                  <a:srgbClr val="536D8D"/>
                </a:solidFill>
              </a:defRPr>
            </a:lvl6pPr>
            <a:lvl7pPr>
              <a:defRPr sz="1425" b="0">
                <a:solidFill>
                  <a:srgbClr val="536D8D"/>
                </a:solidFill>
              </a:defRPr>
            </a:lvl7pPr>
            <a:lvl8pPr>
              <a:defRPr sz="1425" b="0">
                <a:solidFill>
                  <a:srgbClr val="536D8D"/>
                </a:solidFill>
              </a:defRPr>
            </a:lvl8pPr>
            <a:lvl9pPr>
              <a:defRPr sz="1425" b="0">
                <a:solidFill>
                  <a:srgbClr val="536D8D"/>
                </a:solidFill>
              </a:defRPr>
            </a:lvl9pPr>
          </a:lstStyle>
          <a:p xmlns:a="http://schemas.openxmlformats.org/drawingml/2006/main">
            <a:pPr>
              <a:defRPr sz="1425" b="0">
                <a:solidFill>
                  <a:srgbClr val="536D8D"/>
                </a:solidFill>
              </a:defRPr>
            </a:pPr>
            <a:r>
              <a:rPr sz="1425" b="0">
                <a:solidFill>
                  <a:srgbClr val="536D8D"/>
                </a:solidFill>
              </a:rPr>
              <a:t>Cost per successful task, budget limits</a:t>
            </a:r>
          </a:p>
        </p:txBody>
      </p:sp>
      <p:sp>
        <p:nvSpPr>
          <p:cNvPr id="23" name="">
            <a:extLst xmlns:a="http://schemas.openxmlformats.org/drawingml/2006/main">
              <a:ext uri="{FF2B5EF4-FFF2-40B4-BE49-F238E27FC236}">
                <a16:creationId xmlns:a16="http://schemas.microsoft.com/office/drawing/2014/main" id="{9E5D4B79-B296-418D-B9C2-83A4C9A69EE8}"/>
              </a:ext>
            </a:extLst>
          </p:cNvPr>
          <p:cNvSpPr>
            <a:spLocks xmlns:a="http://schemas.openxmlformats.org/drawingml/2006/main" noGrp="1"/>
          </p:cNvSpPr>
          <p:nvPr/>
        </p:nvSpPr>
        <p:spPr>
          <a:xfrm xmlns:a="http://schemas.openxmlformats.org/drawingml/2006/main">
            <a:off x="4191000" y="24765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456B8"/>
                </a:solidFill>
              </a:defRPr>
            </a:defPPr>
            <a:lvl1pPr>
              <a:defRPr sz="1575" b="1">
                <a:solidFill>
                  <a:srgbClr val="1456B8"/>
                </a:solidFill>
              </a:defRPr>
            </a:lvl1pPr>
            <a:lvl2pPr>
              <a:defRPr sz="1575" b="1">
                <a:solidFill>
                  <a:srgbClr val="1456B8"/>
                </a:solidFill>
              </a:defRPr>
            </a:lvl2pPr>
            <a:lvl3pPr>
              <a:defRPr sz="1575" b="1">
                <a:solidFill>
                  <a:srgbClr val="1456B8"/>
                </a:solidFill>
              </a:defRPr>
            </a:lvl3pPr>
            <a:lvl4pPr>
              <a:defRPr sz="1575" b="1">
                <a:solidFill>
                  <a:srgbClr val="1456B8"/>
                </a:solidFill>
              </a:defRPr>
            </a:lvl4pPr>
            <a:lvl5pPr>
              <a:defRPr sz="1575" b="1">
                <a:solidFill>
                  <a:srgbClr val="1456B8"/>
                </a:solidFill>
              </a:defRPr>
            </a:lvl5pPr>
            <a:lvl6pPr>
              <a:defRPr sz="1575" b="1">
                <a:solidFill>
                  <a:srgbClr val="1456B8"/>
                </a:solidFill>
              </a:defRPr>
            </a:lvl6pPr>
            <a:lvl7pPr>
              <a:defRPr sz="1575" b="1">
                <a:solidFill>
                  <a:srgbClr val="1456B8"/>
                </a:solidFill>
              </a:defRPr>
            </a:lvl7pPr>
            <a:lvl8pPr>
              <a:defRPr sz="1575" b="1">
                <a:solidFill>
                  <a:srgbClr val="1456B8"/>
                </a:solidFill>
              </a:defRPr>
            </a:lvl8pPr>
            <a:lvl9pPr>
              <a:defRPr sz="1575" b="1">
                <a:solidFill>
                  <a:srgbClr val="1456B8"/>
                </a:solidFill>
              </a:defRPr>
            </a:lvl9pPr>
          </a:lstStyle>
          <a:p xmlns:a="http://schemas.openxmlformats.org/drawingml/2006/main">
            <a:pPr>
              <a:defRPr sz="1575" b="1">
                <a:solidFill>
                  <a:srgbClr val="1456B8"/>
                </a:solidFill>
              </a:defRPr>
            </a:pPr>
            <a:r>
              <a:rPr sz="1575" b="1">
                <a:solidFill>
                  <a:srgbClr val="1456B8"/>
                </a:solidFill>
              </a:rPr>
              <a:t>Policy &amp; release gates</a:t>
            </a:r>
          </a:p>
        </p:txBody>
      </p:sp>
      <p:sp>
        <p:nvSpPr>
          <p:cNvPr id="24" name="">
            <a:extLst xmlns:a="http://schemas.openxmlformats.org/drawingml/2006/main">
              <a:ext uri="{FF2B5EF4-FFF2-40B4-BE49-F238E27FC236}">
                <a16:creationId xmlns:a16="http://schemas.microsoft.com/office/drawing/2014/main" id="{BF89CDC9-1C7F-40CB-A1BE-EC214D4DB8AB}"/>
              </a:ext>
            </a:extLst>
          </p:cNvPr>
          <p:cNvSpPr>
            <a:spLocks xmlns:a="http://schemas.openxmlformats.org/drawingml/2006/main" noGrp="1"/>
          </p:cNvSpPr>
          <p:nvPr/>
        </p:nvSpPr>
        <p:spPr>
          <a:xfrm xmlns:a="http://schemas.openxmlformats.org/drawingml/2006/main">
            <a:off x="4229100" y="2838450"/>
            <a:ext cx="2895600" cy="200025"/>
          </a:xfrm>
          <a:prstGeom xmlns:a="http://schemas.openxmlformats.org/drawingml/2006/main" prst="rightArrow">
            <a:avLst/>
          </a:prstGeom>
          <a:solidFill xmlns:a="http://schemas.openxmlformats.org/drawingml/2006/main">
            <a:srgbClr val="1456B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F7A7468-4BEC-43AF-85F2-389FA9647D56}"/>
              </a:ext>
            </a:extLst>
          </p:cNvPr>
          <p:cNvSpPr>
            <a:spLocks xmlns:a="http://schemas.openxmlformats.org/drawingml/2006/main" noGrp="1"/>
          </p:cNvSpPr>
          <p:nvPr/>
        </p:nvSpPr>
        <p:spPr>
          <a:xfrm xmlns:a="http://schemas.openxmlformats.org/drawingml/2006/main">
            <a:off x="4191000" y="3314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526F95"/>
                </a:solidFill>
              </a:defRPr>
            </a:defPPr>
            <a:lvl1pPr>
              <a:defRPr sz="1575" b="1">
                <a:solidFill>
                  <a:srgbClr val="526F95"/>
                </a:solidFill>
              </a:defRPr>
            </a:lvl1pPr>
            <a:lvl2pPr>
              <a:defRPr sz="1575" b="1">
                <a:solidFill>
                  <a:srgbClr val="526F95"/>
                </a:solidFill>
              </a:defRPr>
            </a:lvl2pPr>
            <a:lvl3pPr>
              <a:defRPr sz="1575" b="1">
                <a:solidFill>
                  <a:srgbClr val="526F95"/>
                </a:solidFill>
              </a:defRPr>
            </a:lvl3pPr>
            <a:lvl4pPr>
              <a:defRPr sz="1575" b="1">
                <a:solidFill>
                  <a:srgbClr val="526F95"/>
                </a:solidFill>
              </a:defRPr>
            </a:lvl4pPr>
            <a:lvl5pPr>
              <a:defRPr sz="1575" b="1">
                <a:solidFill>
                  <a:srgbClr val="526F95"/>
                </a:solidFill>
              </a:defRPr>
            </a:lvl5pPr>
            <a:lvl6pPr>
              <a:defRPr sz="1575" b="1">
                <a:solidFill>
                  <a:srgbClr val="526F95"/>
                </a:solidFill>
              </a:defRPr>
            </a:lvl6pPr>
            <a:lvl7pPr>
              <a:defRPr sz="1575" b="1">
                <a:solidFill>
                  <a:srgbClr val="526F95"/>
                </a:solidFill>
              </a:defRPr>
            </a:lvl7pPr>
            <a:lvl8pPr>
              <a:defRPr sz="1575" b="1">
                <a:solidFill>
                  <a:srgbClr val="526F95"/>
                </a:solidFill>
              </a:defRPr>
            </a:lvl8pPr>
            <a:lvl9pPr>
              <a:defRPr sz="1575" b="1">
                <a:solidFill>
                  <a:srgbClr val="526F95"/>
                </a:solidFill>
              </a:defRPr>
            </a:lvl9pPr>
          </a:lstStyle>
          <a:p xmlns:a="http://schemas.openxmlformats.org/drawingml/2006/main">
            <a:pPr>
              <a:defRPr sz="1575" b="1">
                <a:solidFill>
                  <a:srgbClr val="526F95"/>
                </a:solidFill>
              </a:defRPr>
            </a:pPr>
            <a:r>
              <a:rPr sz="1575" b="1">
                <a:solidFill>
                  <a:srgbClr val="526F95"/>
                </a:solidFill>
              </a:rPr>
              <a:t>Evidence &amp; incidents</a:t>
            </a:r>
          </a:p>
        </p:txBody>
      </p:sp>
      <p:sp>
        <p:nvSpPr>
          <p:cNvPr id="26" name="">
            <a:extLst xmlns:a="http://schemas.openxmlformats.org/drawingml/2006/main">
              <a:ext uri="{FF2B5EF4-FFF2-40B4-BE49-F238E27FC236}">
                <a16:creationId xmlns:a16="http://schemas.microsoft.com/office/drawing/2014/main" id="{5CEC699B-1B8E-4D4C-A963-8C492A4E8C83}"/>
              </a:ext>
            </a:extLst>
          </p:cNvPr>
          <p:cNvSpPr>
            <a:spLocks xmlns:a="http://schemas.openxmlformats.org/drawingml/2006/main" noGrp="1"/>
          </p:cNvSpPr>
          <p:nvPr/>
        </p:nvSpPr>
        <p:spPr>
          <a:xfrm xmlns:a="http://schemas.openxmlformats.org/drawingml/2006/main">
            <a:off x="4229100" y="3676650"/>
            <a:ext cx="2895600" cy="200025"/>
          </a:xfrm>
          <a:prstGeom xmlns:a="http://schemas.openxmlformats.org/drawingml/2006/main" prst="leftArrow">
            <a:avLst/>
          </a:prstGeom>
          <a:solidFill xmlns:a="http://schemas.openxmlformats.org/drawingml/2006/main">
            <a:srgbClr val="7890B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7133144-28E8-41B1-8863-D2447810BBC0}"/>
              </a:ext>
            </a:extLst>
          </p:cNvPr>
          <p:cNvSpPr>
            <a:spLocks xmlns:a="http://schemas.openxmlformats.org/drawingml/2006/main" noGrp="1"/>
          </p:cNvSpPr>
          <p:nvPr/>
        </p:nvSpPr>
        <p:spPr>
          <a:xfrm xmlns:a="http://schemas.openxmlformats.org/drawingml/2006/main">
            <a:off x="4191000" y="40671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6A7D96"/>
                </a:solidFill>
              </a:defRPr>
            </a:defPPr>
            <a:lvl1pPr>
              <a:defRPr sz="1275" b="0">
                <a:solidFill>
                  <a:srgbClr val="6A7D96"/>
                </a:solidFill>
              </a:defRPr>
            </a:lvl1pPr>
            <a:lvl2pPr>
              <a:defRPr sz="1275" b="0">
                <a:solidFill>
                  <a:srgbClr val="6A7D96"/>
                </a:solidFill>
              </a:defRPr>
            </a:lvl2pPr>
            <a:lvl3pPr>
              <a:defRPr sz="1275" b="0">
                <a:solidFill>
                  <a:srgbClr val="6A7D96"/>
                </a:solidFill>
              </a:defRPr>
            </a:lvl3pPr>
            <a:lvl4pPr>
              <a:defRPr sz="1275" b="0">
                <a:solidFill>
                  <a:srgbClr val="6A7D96"/>
                </a:solidFill>
              </a:defRPr>
            </a:lvl4pPr>
            <a:lvl5pPr>
              <a:defRPr sz="1275" b="0">
                <a:solidFill>
                  <a:srgbClr val="6A7D96"/>
                </a:solidFill>
              </a:defRPr>
            </a:lvl5pPr>
            <a:lvl6pPr>
              <a:defRPr sz="1275" b="0">
                <a:solidFill>
                  <a:srgbClr val="6A7D96"/>
                </a:solidFill>
              </a:defRPr>
            </a:lvl6pPr>
            <a:lvl7pPr>
              <a:defRPr sz="1275" b="0">
                <a:solidFill>
                  <a:srgbClr val="6A7D96"/>
                </a:solidFill>
              </a:defRPr>
            </a:lvl7pPr>
            <a:lvl8pPr>
              <a:defRPr sz="1275" b="0">
                <a:solidFill>
                  <a:srgbClr val="6A7D96"/>
                </a:solidFill>
              </a:defRPr>
            </a:lvl8pPr>
            <a:lvl9pPr>
              <a:defRPr sz="1275" b="0">
                <a:solidFill>
                  <a:srgbClr val="6A7D96"/>
                </a:solidFill>
              </a:defRPr>
            </a:lvl9pPr>
          </a:lstStyle>
          <a:p xmlns:a="http://schemas.openxmlformats.org/drawingml/2006/main">
            <a:pPr>
              <a:defRPr sz="1275" b="0">
                <a:solidFill>
                  <a:srgbClr val="6A7D96"/>
                </a:solidFill>
              </a:defRPr>
            </a:pPr>
            <a:r>
              <a:rPr sz="1275" b="0">
                <a:solidFill>
                  <a:srgbClr val="6A7D96"/>
                </a:solidFill>
              </a:rPr>
              <a:t>Material risks require human decisions</a:t>
            </a:r>
          </a:p>
        </p:txBody>
      </p:sp>
      <p:sp>
        <p:nvSpPr>
          <p:cNvPr id="28" name="">
            <a:extLst xmlns:a="http://schemas.openxmlformats.org/drawingml/2006/main">
              <a:ext uri="{FF2B5EF4-FFF2-40B4-BE49-F238E27FC236}">
                <a16:creationId xmlns:a16="http://schemas.microsoft.com/office/drawing/2014/main" id="{FCD9CB0C-3FA3-4264-9B2B-BC8C028144AF}"/>
              </a:ext>
            </a:extLst>
          </p:cNvPr>
          <p:cNvSpPr>
            <a:spLocks xmlns:a="http://schemas.openxmlformats.org/drawingml/2006/main" noGrp="1"/>
          </p:cNvSpPr>
          <p:nvPr/>
        </p:nvSpPr>
        <p:spPr>
          <a:xfrm xmlns:a="http://schemas.openxmlformats.org/drawingml/2006/main">
            <a:off x="476250" y="4762500"/>
            <a:ext cx="11239500" cy="485775"/>
          </a:xfrm>
          <a:prstGeom xmlns:a="http://schemas.openxmlformats.org/drawingml/2006/main" prst="rect">
            <a:avLst/>
          </a:prstGeom>
          <a:solidFill xmlns:a="http://schemas.openxmlformats.org/drawingml/2006/main">
            <a:srgbClr val="EDF4FF"/>
          </a:solidFill>
          <a:ln xmlns:a="http://schemas.openxmlformats.org/drawingml/2006/main" w="19050">
            <a:solidFill>
              <a:srgbClr val="1456B8"/>
            </a:solidFill>
            <a:prstDash val="solid"/>
          </a:ln>
        </p:spPr>
      </p:sp>
      <p:sp>
        <p:nvSpPr>
          <p:cNvPr id="29" name="">
            <a:extLst xmlns:a="http://schemas.openxmlformats.org/drawingml/2006/main">
              <a:ext uri="{FF2B5EF4-FFF2-40B4-BE49-F238E27FC236}">
                <a16:creationId xmlns:a16="http://schemas.microsoft.com/office/drawing/2014/main" id="{20D5B95F-AA4E-4708-ADEB-5842389654C0}"/>
              </a:ext>
            </a:extLst>
          </p:cNvPr>
          <p:cNvSpPr>
            <a:spLocks xmlns:a="http://schemas.openxmlformats.org/drawingml/2006/main" noGrp="1"/>
          </p:cNvSpPr>
          <p:nvPr/>
        </p:nvSpPr>
        <p:spPr>
          <a:xfrm xmlns:a="http://schemas.openxmlformats.org/drawingml/2006/main">
            <a:off x="638175" y="49053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456B8"/>
                </a:solidFill>
              </a:defRPr>
            </a:defPPr>
            <a:lvl1pPr>
              <a:defRPr sz="1275" b="1">
                <a:solidFill>
                  <a:srgbClr val="1456B8"/>
                </a:solidFill>
              </a:defRPr>
            </a:lvl1pPr>
            <a:lvl2pPr>
              <a:defRPr sz="1275" b="1">
                <a:solidFill>
                  <a:srgbClr val="1456B8"/>
                </a:solidFill>
              </a:defRPr>
            </a:lvl2pPr>
            <a:lvl3pPr>
              <a:defRPr sz="1275" b="1">
                <a:solidFill>
                  <a:srgbClr val="1456B8"/>
                </a:solidFill>
              </a:defRPr>
            </a:lvl3pPr>
            <a:lvl4pPr>
              <a:defRPr sz="1275" b="1">
                <a:solidFill>
                  <a:srgbClr val="1456B8"/>
                </a:solidFill>
              </a:defRPr>
            </a:lvl4pPr>
            <a:lvl5pPr>
              <a:defRPr sz="1275" b="1">
                <a:solidFill>
                  <a:srgbClr val="1456B8"/>
                </a:solidFill>
              </a:defRPr>
            </a:lvl5pPr>
            <a:lvl6pPr>
              <a:defRPr sz="1275" b="1">
                <a:solidFill>
                  <a:srgbClr val="1456B8"/>
                </a:solidFill>
              </a:defRPr>
            </a:lvl6pPr>
            <a:lvl7pPr>
              <a:defRPr sz="1275" b="1">
                <a:solidFill>
                  <a:srgbClr val="1456B8"/>
                </a:solidFill>
              </a:defRPr>
            </a:lvl7pPr>
            <a:lvl8pPr>
              <a:defRPr sz="1275" b="1">
                <a:solidFill>
                  <a:srgbClr val="1456B8"/>
                </a:solidFill>
              </a:defRPr>
            </a:lvl8pPr>
            <a:lvl9pPr>
              <a:defRPr sz="1275" b="1">
                <a:solidFill>
                  <a:srgbClr val="1456B8"/>
                </a:solidFill>
              </a:defRPr>
            </a:lvl9pPr>
          </a:lstStyle>
          <a:p xmlns:a="http://schemas.openxmlformats.org/drawingml/2006/main">
            <a:pPr>
              <a:defRPr sz="1275" b="1">
                <a:solidFill>
                  <a:srgbClr val="1456B8"/>
                </a:solidFill>
              </a:defRPr>
            </a:pPr>
            <a:r>
              <a:rPr sz="1275" b="1">
                <a:solidFill>
                  <a:srgbClr val="1456B8"/>
                </a:solidFill>
              </a:rPr>
              <a:t>IN PLACE</a:t>
            </a:r>
          </a:p>
        </p:txBody>
      </p:sp>
      <p:sp>
        <p:nvSpPr>
          <p:cNvPr id="30" name="">
            <a:extLst xmlns:a="http://schemas.openxmlformats.org/drawingml/2006/main">
              <a:ext uri="{FF2B5EF4-FFF2-40B4-BE49-F238E27FC236}">
                <a16:creationId xmlns:a16="http://schemas.microsoft.com/office/drawing/2014/main" id="{AE15D1F0-4412-4D1D-9DC9-4D3A1F98B0BA}"/>
              </a:ext>
            </a:extLst>
          </p:cNvPr>
          <p:cNvSpPr>
            <a:spLocks xmlns:a="http://schemas.openxmlformats.org/drawingml/2006/main" noGrp="1"/>
          </p:cNvSpPr>
          <p:nvPr/>
        </p:nvSpPr>
        <p:spPr>
          <a:xfrm xmlns:a="http://schemas.openxmlformats.org/drawingml/2006/main">
            <a:off x="1943100" y="4895850"/>
            <a:ext cx="95916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3C6A"/>
                </a:solidFill>
              </a:defRPr>
            </a:defPPr>
            <a:lvl1pPr>
              <a:defRPr sz="1500" b="0">
                <a:solidFill>
                  <a:srgbClr val="173C6A"/>
                </a:solidFill>
              </a:defRPr>
            </a:lvl1pPr>
            <a:lvl2pPr>
              <a:defRPr sz="1500" b="0">
                <a:solidFill>
                  <a:srgbClr val="173C6A"/>
                </a:solidFill>
              </a:defRPr>
            </a:lvl2pPr>
            <a:lvl3pPr>
              <a:defRPr sz="1500" b="0">
                <a:solidFill>
                  <a:srgbClr val="173C6A"/>
                </a:solidFill>
              </a:defRPr>
            </a:lvl3pPr>
            <a:lvl4pPr>
              <a:defRPr sz="1500" b="0">
                <a:solidFill>
                  <a:srgbClr val="173C6A"/>
                </a:solidFill>
              </a:defRPr>
            </a:lvl4pPr>
            <a:lvl5pPr>
              <a:defRPr sz="1500" b="0">
                <a:solidFill>
                  <a:srgbClr val="173C6A"/>
                </a:solidFill>
              </a:defRPr>
            </a:lvl5pPr>
            <a:lvl6pPr>
              <a:defRPr sz="1500" b="0">
                <a:solidFill>
                  <a:srgbClr val="173C6A"/>
                </a:solidFill>
              </a:defRPr>
            </a:lvl6pPr>
            <a:lvl7pPr>
              <a:defRPr sz="1500" b="0">
                <a:solidFill>
                  <a:srgbClr val="173C6A"/>
                </a:solidFill>
              </a:defRPr>
            </a:lvl7pPr>
            <a:lvl8pPr>
              <a:defRPr sz="1500" b="0">
                <a:solidFill>
                  <a:srgbClr val="173C6A"/>
                </a:solidFill>
              </a:defRPr>
            </a:lvl8pPr>
            <a:lvl9pPr>
              <a:defRPr sz="1500" b="0">
                <a:solidFill>
                  <a:srgbClr val="173C6A"/>
                </a:solidFill>
              </a:defRPr>
            </a:lvl9pPr>
          </a:lstStyle>
          <a:p xmlns:a="http://schemas.openxmlformats.org/drawingml/2006/main">
            <a:pPr>
              <a:defRPr sz="1500" b="0">
                <a:solidFill>
                  <a:srgbClr val="173C6A"/>
                </a:solidFill>
              </a:defRPr>
            </a:pPr>
            <a:r>
              <a:rPr sz="1500" b="0">
                <a:solidFill>
                  <a:srgbClr val="173C6A"/>
                </a:solidFill>
              </a:rPr>
              <a:t>PRD change control     Versioned archives     Deterministic rules and regression tests</a:t>
            </a:r>
          </a:p>
        </p:txBody>
      </p:sp>
      <p:sp>
        <p:nvSpPr>
          <p:cNvPr id="31" name="">
            <a:extLst xmlns:a="http://schemas.openxmlformats.org/drawingml/2006/main">
              <a:ext uri="{FF2B5EF4-FFF2-40B4-BE49-F238E27FC236}">
                <a16:creationId xmlns:a16="http://schemas.microsoft.com/office/drawing/2014/main" id="{DE17920B-8773-4E98-B5BA-821371527D8D}"/>
              </a:ext>
            </a:extLst>
          </p:cNvPr>
          <p:cNvSpPr>
            <a:spLocks xmlns:a="http://schemas.openxmlformats.org/drawingml/2006/main" noGrp="1"/>
          </p:cNvSpPr>
          <p:nvPr/>
        </p:nvSpPr>
        <p:spPr>
          <a:xfrm xmlns:a="http://schemas.openxmlformats.org/drawingml/2006/main">
            <a:off x="476250" y="5429250"/>
            <a:ext cx="381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02A4C"/>
                </a:solidFill>
              </a:defRPr>
            </a:defPPr>
            <a:lvl1pPr>
              <a:defRPr sz="1275" b="1">
                <a:solidFill>
                  <a:srgbClr val="102A4C"/>
                </a:solidFill>
              </a:defRPr>
            </a:lvl1pPr>
            <a:lvl2pPr>
              <a:defRPr sz="1275" b="1">
                <a:solidFill>
                  <a:srgbClr val="102A4C"/>
                </a:solidFill>
              </a:defRPr>
            </a:lvl2pPr>
            <a:lvl3pPr>
              <a:defRPr sz="1275" b="1">
                <a:solidFill>
                  <a:srgbClr val="102A4C"/>
                </a:solidFill>
              </a:defRPr>
            </a:lvl3pPr>
            <a:lvl4pPr>
              <a:defRPr sz="1275" b="1">
                <a:solidFill>
                  <a:srgbClr val="102A4C"/>
                </a:solidFill>
              </a:defRPr>
            </a:lvl4pPr>
            <a:lvl5pPr>
              <a:defRPr sz="1275" b="1">
                <a:solidFill>
                  <a:srgbClr val="102A4C"/>
                </a:solidFill>
              </a:defRPr>
            </a:lvl5pPr>
            <a:lvl6pPr>
              <a:defRPr sz="1275" b="1">
                <a:solidFill>
                  <a:srgbClr val="102A4C"/>
                </a:solidFill>
              </a:defRPr>
            </a:lvl6pPr>
            <a:lvl7pPr>
              <a:defRPr sz="1275" b="1">
                <a:solidFill>
                  <a:srgbClr val="102A4C"/>
                </a:solidFill>
              </a:defRPr>
            </a:lvl7pPr>
            <a:lvl8pPr>
              <a:defRPr sz="1275" b="1">
                <a:solidFill>
                  <a:srgbClr val="102A4C"/>
                </a:solidFill>
              </a:defRPr>
            </a:lvl8pPr>
            <a:lvl9pPr>
              <a:defRPr sz="1275" b="1">
                <a:solidFill>
                  <a:srgbClr val="102A4C"/>
                </a:solidFill>
              </a:defRPr>
            </a:lvl9pPr>
          </a:lstStyle>
          <a:p xmlns:a="http://schemas.openxmlformats.org/drawingml/2006/main">
            <a:pPr>
              <a:defRPr sz="1275" b="1">
                <a:solidFill>
                  <a:srgbClr val="102A4C"/>
                </a:solidFill>
              </a:defRPr>
            </a:pPr>
            <a:r>
              <a:rPr sz="1275" b="1">
                <a:solidFill>
                  <a:srgbClr val="102A4C"/>
                </a:solidFill>
              </a:rPr>
              <a:t>RELEASE GATES</a:t>
            </a:r>
          </a:p>
        </p:txBody>
      </p:sp>
      <p:sp>
        <p:nvSpPr>
          <p:cNvPr id="32" name="">
            <a:extLst xmlns:a="http://schemas.openxmlformats.org/drawingml/2006/main">
              <a:ext uri="{FF2B5EF4-FFF2-40B4-BE49-F238E27FC236}">
                <a16:creationId xmlns:a16="http://schemas.microsoft.com/office/drawing/2014/main" id="{AA616250-5BA8-4126-9BCA-5F012F5D8499}"/>
              </a:ext>
            </a:extLst>
          </p:cNvPr>
          <p:cNvSpPr>
            <a:spLocks xmlns:a="http://schemas.openxmlformats.org/drawingml/2006/main" noGrp="1"/>
          </p:cNvSpPr>
          <p:nvPr/>
        </p:nvSpPr>
        <p:spPr>
          <a:xfrm xmlns:a="http://schemas.openxmlformats.org/drawingml/2006/main">
            <a:off x="476250" y="5753100"/>
            <a:ext cx="2609850" cy="619125"/>
          </a:xfrm>
          <a:prstGeom xmlns:a="http://schemas.openxmlformats.org/drawingml/2006/main" prst="rect">
            <a:avLst/>
          </a:prstGeom>
          <a:solidFill xmlns:a="http://schemas.openxmlformats.org/drawingml/2006/main">
            <a:srgbClr val="EDF4FF"/>
          </a:solidFill>
          <a:ln xmlns:a="http://schemas.openxmlformats.org/drawingml/2006/main" w="19050">
            <a:solidFill>
              <a:srgbClr val="1456B8"/>
            </a:solidFill>
            <a:prstDash val="solid"/>
          </a:ln>
        </p:spPr>
      </p:sp>
      <p:sp>
        <p:nvSpPr>
          <p:cNvPr id="33" name="">
            <a:extLst xmlns:a="http://schemas.openxmlformats.org/drawingml/2006/main">
              <a:ext uri="{FF2B5EF4-FFF2-40B4-BE49-F238E27FC236}">
                <a16:creationId xmlns:a16="http://schemas.microsoft.com/office/drawing/2014/main" id="{D3738FFD-9252-4671-8EB1-8621608FEFD7}"/>
              </a:ext>
            </a:extLst>
          </p:cNvPr>
          <p:cNvSpPr>
            <a:spLocks xmlns:a="http://schemas.openxmlformats.org/drawingml/2006/main" noGrp="1"/>
          </p:cNvSpPr>
          <p:nvPr/>
        </p:nvSpPr>
        <p:spPr>
          <a:xfrm xmlns:a="http://schemas.openxmlformats.org/drawingml/2006/main">
            <a:off x="571500" y="5829300"/>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C"/>
                </a:solidFill>
              </a:defRPr>
            </a:defPPr>
            <a:lvl1pPr>
              <a:defRPr sz="1500" b="1">
                <a:solidFill>
                  <a:srgbClr val="102A4C"/>
                </a:solidFill>
              </a:defRPr>
            </a:lvl1pPr>
            <a:lvl2pPr>
              <a:defRPr sz="1500" b="1">
                <a:solidFill>
                  <a:srgbClr val="102A4C"/>
                </a:solidFill>
              </a:defRPr>
            </a:lvl2pPr>
            <a:lvl3pPr>
              <a:defRPr sz="1500" b="1">
                <a:solidFill>
                  <a:srgbClr val="102A4C"/>
                </a:solidFill>
              </a:defRPr>
            </a:lvl3pPr>
            <a:lvl4pPr>
              <a:defRPr sz="1500" b="1">
                <a:solidFill>
                  <a:srgbClr val="102A4C"/>
                </a:solidFill>
              </a:defRPr>
            </a:lvl4pPr>
            <a:lvl5pPr>
              <a:defRPr sz="1500" b="1">
                <a:solidFill>
                  <a:srgbClr val="102A4C"/>
                </a:solidFill>
              </a:defRPr>
            </a:lvl5pPr>
            <a:lvl6pPr>
              <a:defRPr sz="1500" b="1">
                <a:solidFill>
                  <a:srgbClr val="102A4C"/>
                </a:solidFill>
              </a:defRPr>
            </a:lvl6pPr>
            <a:lvl7pPr>
              <a:defRPr sz="1500" b="1">
                <a:solidFill>
                  <a:srgbClr val="102A4C"/>
                </a:solidFill>
              </a:defRPr>
            </a:lvl7pPr>
            <a:lvl8pPr>
              <a:defRPr sz="1500" b="1">
                <a:solidFill>
                  <a:srgbClr val="102A4C"/>
                </a:solidFill>
              </a:defRPr>
            </a:lvl8pPr>
            <a:lvl9pPr>
              <a:defRPr sz="1500" b="1">
                <a:solidFill>
                  <a:srgbClr val="102A4C"/>
                </a:solidFill>
              </a:defRPr>
            </a:lvl9pPr>
          </a:lstStyle>
          <a:p xmlns:a="http://schemas.openxmlformats.org/drawingml/2006/main">
            <a:pPr>
              <a:defRPr sz="1500" b="1">
                <a:solidFill>
                  <a:srgbClr val="102A4C"/>
                </a:solidFill>
              </a:defRPr>
            </a:pPr>
            <a:r>
              <a:rPr sz="1500" b="1">
                <a:solidFill>
                  <a:srgbClr val="102A4C"/>
                </a:solidFill>
              </a:rPr>
              <a:t>01  Demo</a:t>
            </a:r>
          </a:p>
        </p:txBody>
      </p:sp>
      <p:sp>
        <p:nvSpPr>
          <p:cNvPr id="34" name="">
            <a:extLst xmlns:a="http://schemas.openxmlformats.org/drawingml/2006/main">
              <a:ext uri="{FF2B5EF4-FFF2-40B4-BE49-F238E27FC236}">
                <a16:creationId xmlns:a16="http://schemas.microsoft.com/office/drawing/2014/main" id="{DEB76AC3-96EA-420A-BEC6-802BCAC3227E}"/>
              </a:ext>
            </a:extLst>
          </p:cNvPr>
          <p:cNvSpPr>
            <a:spLocks xmlns:a="http://schemas.openxmlformats.org/drawingml/2006/main" noGrp="1"/>
          </p:cNvSpPr>
          <p:nvPr/>
        </p:nvSpPr>
        <p:spPr>
          <a:xfrm xmlns:a="http://schemas.openxmlformats.org/drawingml/2006/main">
            <a:off x="571500" y="6105525"/>
            <a:ext cx="2419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708D"/>
                </a:solidFill>
              </a:defRPr>
            </a:defPPr>
            <a:lvl1pPr>
              <a:defRPr sz="1125" b="0">
                <a:solidFill>
                  <a:srgbClr val="59708D"/>
                </a:solidFill>
              </a:defRPr>
            </a:lvl1pPr>
            <a:lvl2pPr>
              <a:defRPr sz="1125" b="0">
                <a:solidFill>
                  <a:srgbClr val="59708D"/>
                </a:solidFill>
              </a:defRPr>
            </a:lvl2pPr>
            <a:lvl3pPr>
              <a:defRPr sz="1125" b="0">
                <a:solidFill>
                  <a:srgbClr val="59708D"/>
                </a:solidFill>
              </a:defRPr>
            </a:lvl3pPr>
            <a:lvl4pPr>
              <a:defRPr sz="1125" b="0">
                <a:solidFill>
                  <a:srgbClr val="59708D"/>
                </a:solidFill>
              </a:defRPr>
            </a:lvl4pPr>
            <a:lvl5pPr>
              <a:defRPr sz="1125" b="0">
                <a:solidFill>
                  <a:srgbClr val="59708D"/>
                </a:solidFill>
              </a:defRPr>
            </a:lvl5pPr>
            <a:lvl6pPr>
              <a:defRPr sz="1125" b="0">
                <a:solidFill>
                  <a:srgbClr val="59708D"/>
                </a:solidFill>
              </a:defRPr>
            </a:lvl6pPr>
            <a:lvl7pPr>
              <a:defRPr sz="1125" b="0">
                <a:solidFill>
                  <a:srgbClr val="59708D"/>
                </a:solidFill>
              </a:defRPr>
            </a:lvl7pPr>
            <a:lvl8pPr>
              <a:defRPr sz="1125" b="0">
                <a:solidFill>
                  <a:srgbClr val="59708D"/>
                </a:solidFill>
              </a:defRPr>
            </a:lvl8pPr>
            <a:lvl9pPr>
              <a:defRPr sz="1125" b="0">
                <a:solidFill>
                  <a:srgbClr val="59708D"/>
                </a:solidFill>
              </a:defRPr>
            </a:lvl9pPr>
          </a:lstStyle>
          <a:p xmlns:a="http://schemas.openxmlformats.org/drawingml/2006/main">
            <a:pPr>
              <a:defRPr sz="1125" b="0">
                <a:solidFill>
                  <a:srgbClr val="59708D"/>
                </a:solidFill>
              </a:defRPr>
            </a:pPr>
            <a:r>
              <a:rPr sz="1125" b="0">
                <a:solidFill>
                  <a:srgbClr val="59708D"/>
                </a:solidFill>
              </a:rPr>
              <a:t>Disclose sample limitations</a:t>
            </a:r>
          </a:p>
        </p:txBody>
      </p:sp>
      <p:sp>
        <p:nvSpPr>
          <p:cNvPr id="35" name="">
            <a:extLst xmlns:a="http://schemas.openxmlformats.org/drawingml/2006/main">
              <a:ext uri="{FF2B5EF4-FFF2-40B4-BE49-F238E27FC236}">
                <a16:creationId xmlns:a16="http://schemas.microsoft.com/office/drawing/2014/main" id="{32751359-5989-4076-99FE-2BA108DA7A0A}"/>
              </a:ext>
            </a:extLst>
          </p:cNvPr>
          <p:cNvSpPr>
            <a:spLocks xmlns:a="http://schemas.openxmlformats.org/drawingml/2006/main" noGrp="1"/>
          </p:cNvSpPr>
          <p:nvPr/>
        </p:nvSpPr>
        <p:spPr>
          <a:xfrm xmlns:a="http://schemas.openxmlformats.org/drawingml/2006/main">
            <a:off x="3143250" y="5981700"/>
            <a:ext cx="161925" cy="123825"/>
          </a:xfrm>
          <a:prstGeom xmlns:a="http://schemas.openxmlformats.org/drawingml/2006/main" prst="rightArrow">
            <a:avLst/>
          </a:prstGeom>
          <a:solidFill xmlns:a="http://schemas.openxmlformats.org/drawingml/2006/main">
            <a:srgbClr val="7890B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32B29BA-4DB3-42D2-883B-0B5939F05F48}"/>
              </a:ext>
            </a:extLst>
          </p:cNvPr>
          <p:cNvSpPr>
            <a:spLocks xmlns:a="http://schemas.openxmlformats.org/drawingml/2006/main" noGrp="1"/>
          </p:cNvSpPr>
          <p:nvPr/>
        </p:nvSpPr>
        <p:spPr>
          <a:xfrm xmlns:a="http://schemas.openxmlformats.org/drawingml/2006/main">
            <a:off x="3352800" y="5753100"/>
            <a:ext cx="2609850" cy="619125"/>
          </a:xfrm>
          <a:prstGeom xmlns:a="http://schemas.openxmlformats.org/drawingml/2006/main" prst="rect">
            <a:avLst/>
          </a:prstGeom>
          <a:solidFill xmlns:a="http://schemas.openxmlformats.org/drawingml/2006/main">
            <a:srgbClr val="FFFFFF"/>
          </a:solidFill>
          <a:ln xmlns:a="http://schemas.openxmlformats.org/drawingml/2006/main" w="12383">
            <a:solidFill>
              <a:srgbClr val="93A9C4"/>
            </a:solidFill>
            <a:prstDash val="dash"/>
          </a:ln>
        </p:spPr>
      </p:sp>
      <p:sp>
        <p:nvSpPr>
          <p:cNvPr id="37" name="">
            <a:extLst xmlns:a="http://schemas.openxmlformats.org/drawingml/2006/main">
              <a:ext uri="{FF2B5EF4-FFF2-40B4-BE49-F238E27FC236}">
                <a16:creationId xmlns:a16="http://schemas.microsoft.com/office/drawing/2014/main" id="{89B373E2-3FF1-44D2-B635-E7603AEBD764}"/>
              </a:ext>
            </a:extLst>
          </p:cNvPr>
          <p:cNvSpPr>
            <a:spLocks xmlns:a="http://schemas.openxmlformats.org/drawingml/2006/main" noGrp="1"/>
          </p:cNvSpPr>
          <p:nvPr/>
        </p:nvSpPr>
        <p:spPr>
          <a:xfrm xmlns:a="http://schemas.openxmlformats.org/drawingml/2006/main">
            <a:off x="3448050" y="5829300"/>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C"/>
                </a:solidFill>
              </a:defRPr>
            </a:defPPr>
            <a:lvl1pPr>
              <a:defRPr sz="1500" b="1">
                <a:solidFill>
                  <a:srgbClr val="102A4C"/>
                </a:solidFill>
              </a:defRPr>
            </a:lvl1pPr>
            <a:lvl2pPr>
              <a:defRPr sz="1500" b="1">
                <a:solidFill>
                  <a:srgbClr val="102A4C"/>
                </a:solidFill>
              </a:defRPr>
            </a:lvl2pPr>
            <a:lvl3pPr>
              <a:defRPr sz="1500" b="1">
                <a:solidFill>
                  <a:srgbClr val="102A4C"/>
                </a:solidFill>
              </a:defRPr>
            </a:lvl3pPr>
            <a:lvl4pPr>
              <a:defRPr sz="1500" b="1">
                <a:solidFill>
                  <a:srgbClr val="102A4C"/>
                </a:solidFill>
              </a:defRPr>
            </a:lvl4pPr>
            <a:lvl5pPr>
              <a:defRPr sz="1500" b="1">
                <a:solidFill>
                  <a:srgbClr val="102A4C"/>
                </a:solidFill>
              </a:defRPr>
            </a:lvl5pPr>
            <a:lvl6pPr>
              <a:defRPr sz="1500" b="1">
                <a:solidFill>
                  <a:srgbClr val="102A4C"/>
                </a:solidFill>
              </a:defRPr>
            </a:lvl6pPr>
            <a:lvl7pPr>
              <a:defRPr sz="1500" b="1">
                <a:solidFill>
                  <a:srgbClr val="102A4C"/>
                </a:solidFill>
              </a:defRPr>
            </a:lvl7pPr>
            <a:lvl8pPr>
              <a:defRPr sz="1500" b="1">
                <a:solidFill>
                  <a:srgbClr val="102A4C"/>
                </a:solidFill>
              </a:defRPr>
            </a:lvl8pPr>
            <a:lvl9pPr>
              <a:defRPr sz="1500" b="1">
                <a:solidFill>
                  <a:srgbClr val="102A4C"/>
                </a:solidFill>
              </a:defRPr>
            </a:lvl9pPr>
          </a:lstStyle>
          <a:p xmlns:a="http://schemas.openxmlformats.org/drawingml/2006/main">
            <a:pPr>
              <a:defRPr sz="1500" b="1">
                <a:solidFill>
                  <a:srgbClr val="102A4C"/>
                </a:solidFill>
              </a:defRPr>
            </a:pPr>
            <a:r>
              <a:rPr sz="1500" b="1">
                <a:solidFill>
                  <a:srgbClr val="102A4C"/>
                </a:solidFill>
              </a:rPr>
              <a:t>02  Real-data pilot</a:t>
            </a:r>
          </a:p>
        </p:txBody>
      </p:sp>
      <p:sp>
        <p:nvSpPr>
          <p:cNvPr id="38" name="">
            <a:extLst xmlns:a="http://schemas.openxmlformats.org/drawingml/2006/main">
              <a:ext uri="{FF2B5EF4-FFF2-40B4-BE49-F238E27FC236}">
                <a16:creationId xmlns:a16="http://schemas.microsoft.com/office/drawing/2014/main" id="{8E877B72-15F2-4E78-917C-848301906806}"/>
              </a:ext>
            </a:extLst>
          </p:cNvPr>
          <p:cNvSpPr>
            <a:spLocks xmlns:a="http://schemas.openxmlformats.org/drawingml/2006/main" noGrp="1"/>
          </p:cNvSpPr>
          <p:nvPr/>
        </p:nvSpPr>
        <p:spPr>
          <a:xfrm xmlns:a="http://schemas.openxmlformats.org/drawingml/2006/main">
            <a:off x="3448050" y="6105525"/>
            <a:ext cx="2419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708D"/>
                </a:solidFill>
              </a:defRPr>
            </a:defPPr>
            <a:lvl1pPr>
              <a:defRPr sz="1125" b="0">
                <a:solidFill>
                  <a:srgbClr val="59708D"/>
                </a:solidFill>
              </a:defRPr>
            </a:lvl1pPr>
            <a:lvl2pPr>
              <a:defRPr sz="1125" b="0">
                <a:solidFill>
                  <a:srgbClr val="59708D"/>
                </a:solidFill>
              </a:defRPr>
            </a:lvl2pPr>
            <a:lvl3pPr>
              <a:defRPr sz="1125" b="0">
                <a:solidFill>
                  <a:srgbClr val="59708D"/>
                </a:solidFill>
              </a:defRPr>
            </a:lvl3pPr>
            <a:lvl4pPr>
              <a:defRPr sz="1125" b="0">
                <a:solidFill>
                  <a:srgbClr val="59708D"/>
                </a:solidFill>
              </a:defRPr>
            </a:lvl4pPr>
            <a:lvl5pPr>
              <a:defRPr sz="1125" b="0">
                <a:solidFill>
                  <a:srgbClr val="59708D"/>
                </a:solidFill>
              </a:defRPr>
            </a:lvl5pPr>
            <a:lvl6pPr>
              <a:defRPr sz="1125" b="0">
                <a:solidFill>
                  <a:srgbClr val="59708D"/>
                </a:solidFill>
              </a:defRPr>
            </a:lvl6pPr>
            <a:lvl7pPr>
              <a:defRPr sz="1125" b="0">
                <a:solidFill>
                  <a:srgbClr val="59708D"/>
                </a:solidFill>
              </a:defRPr>
            </a:lvl7pPr>
            <a:lvl8pPr>
              <a:defRPr sz="1125" b="0">
                <a:solidFill>
                  <a:srgbClr val="59708D"/>
                </a:solidFill>
              </a:defRPr>
            </a:lvl8pPr>
            <a:lvl9pPr>
              <a:defRPr sz="1125" b="0">
                <a:solidFill>
                  <a:srgbClr val="59708D"/>
                </a:solidFill>
              </a:defRPr>
            </a:lvl9pPr>
          </a:lstStyle>
          <a:p xmlns:a="http://schemas.openxmlformats.org/drawingml/2006/main">
            <a:pPr>
              <a:defRPr sz="1125" b="0">
                <a:solidFill>
                  <a:srgbClr val="59708D"/>
                </a:solidFill>
              </a:defRPr>
            </a:pPr>
            <a:r>
              <a:rPr sz="1125" b="0">
                <a:solidFill>
                  <a:srgbClr val="59708D"/>
                </a:solidFill>
              </a:rPr>
              <a:t>Verify fields independently</a:t>
            </a:r>
          </a:p>
        </p:txBody>
      </p:sp>
      <p:sp>
        <p:nvSpPr>
          <p:cNvPr id="39" name="">
            <a:extLst xmlns:a="http://schemas.openxmlformats.org/drawingml/2006/main">
              <a:ext uri="{FF2B5EF4-FFF2-40B4-BE49-F238E27FC236}">
                <a16:creationId xmlns:a16="http://schemas.microsoft.com/office/drawing/2014/main" id="{EAE48771-1B4D-4A41-AF34-CDCA46F830CE}"/>
              </a:ext>
            </a:extLst>
          </p:cNvPr>
          <p:cNvSpPr>
            <a:spLocks xmlns:a="http://schemas.openxmlformats.org/drawingml/2006/main" noGrp="1"/>
          </p:cNvSpPr>
          <p:nvPr/>
        </p:nvSpPr>
        <p:spPr>
          <a:xfrm xmlns:a="http://schemas.openxmlformats.org/drawingml/2006/main">
            <a:off x="6019800" y="5981700"/>
            <a:ext cx="161925" cy="123825"/>
          </a:xfrm>
          <a:prstGeom xmlns:a="http://schemas.openxmlformats.org/drawingml/2006/main" prst="rightArrow">
            <a:avLst/>
          </a:prstGeom>
          <a:solidFill xmlns:a="http://schemas.openxmlformats.org/drawingml/2006/main">
            <a:srgbClr val="7890B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4180BB2-A755-4519-80C5-6FE852A6E4F0}"/>
              </a:ext>
            </a:extLst>
          </p:cNvPr>
          <p:cNvSpPr>
            <a:spLocks xmlns:a="http://schemas.openxmlformats.org/drawingml/2006/main" noGrp="1"/>
          </p:cNvSpPr>
          <p:nvPr/>
        </p:nvSpPr>
        <p:spPr>
          <a:xfrm xmlns:a="http://schemas.openxmlformats.org/drawingml/2006/main">
            <a:off x="6229350" y="5753100"/>
            <a:ext cx="2609850" cy="619125"/>
          </a:xfrm>
          <a:prstGeom xmlns:a="http://schemas.openxmlformats.org/drawingml/2006/main" prst="rect">
            <a:avLst/>
          </a:prstGeom>
          <a:solidFill xmlns:a="http://schemas.openxmlformats.org/drawingml/2006/main">
            <a:srgbClr val="FFFFFF"/>
          </a:solidFill>
          <a:ln xmlns:a="http://schemas.openxmlformats.org/drawingml/2006/main" w="12383">
            <a:solidFill>
              <a:srgbClr val="93A9C4"/>
            </a:solidFill>
            <a:prstDash val="dash"/>
          </a:ln>
        </p:spPr>
      </p:sp>
      <p:sp>
        <p:nvSpPr>
          <p:cNvPr id="41" name="">
            <a:extLst xmlns:a="http://schemas.openxmlformats.org/drawingml/2006/main">
              <a:ext uri="{FF2B5EF4-FFF2-40B4-BE49-F238E27FC236}">
                <a16:creationId xmlns:a16="http://schemas.microsoft.com/office/drawing/2014/main" id="{10CD1233-AAC6-4273-98CC-B4A0016B0CAC}"/>
              </a:ext>
            </a:extLst>
          </p:cNvPr>
          <p:cNvSpPr>
            <a:spLocks xmlns:a="http://schemas.openxmlformats.org/drawingml/2006/main" noGrp="1"/>
          </p:cNvSpPr>
          <p:nvPr/>
        </p:nvSpPr>
        <p:spPr>
          <a:xfrm xmlns:a="http://schemas.openxmlformats.org/drawingml/2006/main">
            <a:off x="6324600" y="5829300"/>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C"/>
                </a:solidFill>
              </a:defRPr>
            </a:defPPr>
            <a:lvl1pPr>
              <a:defRPr sz="1500" b="1">
                <a:solidFill>
                  <a:srgbClr val="102A4C"/>
                </a:solidFill>
              </a:defRPr>
            </a:lvl1pPr>
            <a:lvl2pPr>
              <a:defRPr sz="1500" b="1">
                <a:solidFill>
                  <a:srgbClr val="102A4C"/>
                </a:solidFill>
              </a:defRPr>
            </a:lvl2pPr>
            <a:lvl3pPr>
              <a:defRPr sz="1500" b="1">
                <a:solidFill>
                  <a:srgbClr val="102A4C"/>
                </a:solidFill>
              </a:defRPr>
            </a:lvl3pPr>
            <a:lvl4pPr>
              <a:defRPr sz="1500" b="1">
                <a:solidFill>
                  <a:srgbClr val="102A4C"/>
                </a:solidFill>
              </a:defRPr>
            </a:lvl4pPr>
            <a:lvl5pPr>
              <a:defRPr sz="1500" b="1">
                <a:solidFill>
                  <a:srgbClr val="102A4C"/>
                </a:solidFill>
              </a:defRPr>
            </a:lvl5pPr>
            <a:lvl6pPr>
              <a:defRPr sz="1500" b="1">
                <a:solidFill>
                  <a:srgbClr val="102A4C"/>
                </a:solidFill>
              </a:defRPr>
            </a:lvl6pPr>
            <a:lvl7pPr>
              <a:defRPr sz="1500" b="1">
                <a:solidFill>
                  <a:srgbClr val="102A4C"/>
                </a:solidFill>
              </a:defRPr>
            </a:lvl7pPr>
            <a:lvl8pPr>
              <a:defRPr sz="1500" b="1">
                <a:solidFill>
                  <a:srgbClr val="102A4C"/>
                </a:solidFill>
              </a:defRPr>
            </a:lvl8pPr>
            <a:lvl9pPr>
              <a:defRPr sz="1500" b="1">
                <a:solidFill>
                  <a:srgbClr val="102A4C"/>
                </a:solidFill>
              </a:defRPr>
            </a:lvl9pPr>
          </a:lstStyle>
          <a:p xmlns:a="http://schemas.openxmlformats.org/drawingml/2006/main">
            <a:pPr>
              <a:defRPr sz="1500" b="1">
                <a:solidFill>
                  <a:srgbClr val="102A4C"/>
                </a:solidFill>
              </a:defRPr>
            </a:pPr>
            <a:r>
              <a:rPr sz="1500" b="1">
                <a:solidFill>
                  <a:srgbClr val="102A4C"/>
                </a:solidFill>
              </a:rPr>
              <a:t>03  AI pilot</a:t>
            </a:r>
          </a:p>
        </p:txBody>
      </p:sp>
      <p:sp>
        <p:nvSpPr>
          <p:cNvPr id="42" name="">
            <a:extLst xmlns:a="http://schemas.openxmlformats.org/drawingml/2006/main">
              <a:ext uri="{FF2B5EF4-FFF2-40B4-BE49-F238E27FC236}">
                <a16:creationId xmlns:a16="http://schemas.microsoft.com/office/drawing/2014/main" id="{11F0E342-9594-4C4C-9170-5B3E89742E73}"/>
              </a:ext>
            </a:extLst>
          </p:cNvPr>
          <p:cNvSpPr>
            <a:spLocks xmlns:a="http://schemas.openxmlformats.org/drawingml/2006/main" noGrp="1"/>
          </p:cNvSpPr>
          <p:nvPr/>
        </p:nvSpPr>
        <p:spPr>
          <a:xfrm xmlns:a="http://schemas.openxmlformats.org/drawingml/2006/main">
            <a:off x="6324600" y="6105525"/>
            <a:ext cx="2419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708D"/>
                </a:solidFill>
              </a:defRPr>
            </a:defPPr>
            <a:lvl1pPr>
              <a:defRPr sz="1125" b="0">
                <a:solidFill>
                  <a:srgbClr val="59708D"/>
                </a:solidFill>
              </a:defRPr>
            </a:lvl1pPr>
            <a:lvl2pPr>
              <a:defRPr sz="1125" b="0">
                <a:solidFill>
                  <a:srgbClr val="59708D"/>
                </a:solidFill>
              </a:defRPr>
            </a:lvl2pPr>
            <a:lvl3pPr>
              <a:defRPr sz="1125" b="0">
                <a:solidFill>
                  <a:srgbClr val="59708D"/>
                </a:solidFill>
              </a:defRPr>
            </a:lvl3pPr>
            <a:lvl4pPr>
              <a:defRPr sz="1125" b="0">
                <a:solidFill>
                  <a:srgbClr val="59708D"/>
                </a:solidFill>
              </a:defRPr>
            </a:lvl4pPr>
            <a:lvl5pPr>
              <a:defRPr sz="1125" b="0">
                <a:solidFill>
                  <a:srgbClr val="59708D"/>
                </a:solidFill>
              </a:defRPr>
            </a:lvl5pPr>
            <a:lvl6pPr>
              <a:defRPr sz="1125" b="0">
                <a:solidFill>
                  <a:srgbClr val="59708D"/>
                </a:solidFill>
              </a:defRPr>
            </a:lvl6pPr>
            <a:lvl7pPr>
              <a:defRPr sz="1125" b="0">
                <a:solidFill>
                  <a:srgbClr val="59708D"/>
                </a:solidFill>
              </a:defRPr>
            </a:lvl7pPr>
            <a:lvl8pPr>
              <a:defRPr sz="1125" b="0">
                <a:solidFill>
                  <a:srgbClr val="59708D"/>
                </a:solidFill>
              </a:defRPr>
            </a:lvl8pPr>
            <a:lvl9pPr>
              <a:defRPr sz="1125" b="0">
                <a:solidFill>
                  <a:srgbClr val="59708D"/>
                </a:solidFill>
              </a:defRPr>
            </a:lvl9pPr>
          </a:lstStyle>
          <a:p xmlns:a="http://schemas.openxmlformats.org/drawingml/2006/main">
            <a:pPr>
              <a:defRPr sz="1125" b="0">
                <a:solidFill>
                  <a:srgbClr val="59708D"/>
                </a:solidFill>
              </a:defRPr>
            </a:pPr>
            <a:r>
              <a:rPr sz="1125" b="0">
                <a:solidFill>
                  <a:srgbClr val="59708D"/>
                </a:solidFill>
              </a:rPr>
              <a:t>Evaluate, calibrate, provide fallback</a:t>
            </a:r>
          </a:p>
        </p:txBody>
      </p:sp>
      <p:sp>
        <p:nvSpPr>
          <p:cNvPr id="43" name="">
            <a:extLst xmlns:a="http://schemas.openxmlformats.org/drawingml/2006/main">
              <a:ext uri="{FF2B5EF4-FFF2-40B4-BE49-F238E27FC236}">
                <a16:creationId xmlns:a16="http://schemas.microsoft.com/office/drawing/2014/main" id="{1093C1C2-AE99-4580-8FC0-A287DD962F39}"/>
              </a:ext>
            </a:extLst>
          </p:cNvPr>
          <p:cNvSpPr>
            <a:spLocks xmlns:a="http://schemas.openxmlformats.org/drawingml/2006/main" noGrp="1"/>
          </p:cNvSpPr>
          <p:nvPr/>
        </p:nvSpPr>
        <p:spPr>
          <a:xfrm xmlns:a="http://schemas.openxmlformats.org/drawingml/2006/main">
            <a:off x="8896350" y="5981700"/>
            <a:ext cx="161925" cy="123825"/>
          </a:xfrm>
          <a:prstGeom xmlns:a="http://schemas.openxmlformats.org/drawingml/2006/main" prst="rightArrow">
            <a:avLst/>
          </a:prstGeom>
          <a:solidFill xmlns:a="http://schemas.openxmlformats.org/drawingml/2006/main">
            <a:srgbClr val="7890B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AACE84F-C062-469D-9AB8-0945FB50F1F8}"/>
              </a:ext>
            </a:extLst>
          </p:cNvPr>
          <p:cNvSpPr>
            <a:spLocks xmlns:a="http://schemas.openxmlformats.org/drawingml/2006/main" noGrp="1"/>
          </p:cNvSpPr>
          <p:nvPr/>
        </p:nvSpPr>
        <p:spPr>
          <a:xfrm xmlns:a="http://schemas.openxmlformats.org/drawingml/2006/main">
            <a:off x="9105900" y="5753100"/>
            <a:ext cx="2609850" cy="619125"/>
          </a:xfrm>
          <a:prstGeom xmlns:a="http://schemas.openxmlformats.org/drawingml/2006/main" prst="rect">
            <a:avLst/>
          </a:prstGeom>
          <a:solidFill xmlns:a="http://schemas.openxmlformats.org/drawingml/2006/main">
            <a:srgbClr val="FFFFFF"/>
          </a:solidFill>
          <a:ln xmlns:a="http://schemas.openxmlformats.org/drawingml/2006/main" w="12383">
            <a:solidFill>
              <a:srgbClr val="93A9C4"/>
            </a:solidFill>
            <a:prstDash val="dash"/>
          </a:ln>
        </p:spPr>
      </p:sp>
      <p:sp>
        <p:nvSpPr>
          <p:cNvPr id="45" name="">
            <a:extLst xmlns:a="http://schemas.openxmlformats.org/drawingml/2006/main">
              <a:ext uri="{FF2B5EF4-FFF2-40B4-BE49-F238E27FC236}">
                <a16:creationId xmlns:a16="http://schemas.microsoft.com/office/drawing/2014/main" id="{02789DF8-721C-4040-8FA1-0028AD383624}"/>
              </a:ext>
            </a:extLst>
          </p:cNvPr>
          <p:cNvSpPr>
            <a:spLocks xmlns:a="http://schemas.openxmlformats.org/drawingml/2006/main" noGrp="1"/>
          </p:cNvSpPr>
          <p:nvPr/>
        </p:nvSpPr>
        <p:spPr>
          <a:xfrm xmlns:a="http://schemas.openxmlformats.org/drawingml/2006/main">
            <a:off x="9201150" y="5829300"/>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C"/>
                </a:solidFill>
              </a:defRPr>
            </a:defPPr>
            <a:lvl1pPr>
              <a:defRPr sz="1500" b="1">
                <a:solidFill>
                  <a:srgbClr val="102A4C"/>
                </a:solidFill>
              </a:defRPr>
            </a:lvl1pPr>
            <a:lvl2pPr>
              <a:defRPr sz="1500" b="1">
                <a:solidFill>
                  <a:srgbClr val="102A4C"/>
                </a:solidFill>
              </a:defRPr>
            </a:lvl2pPr>
            <a:lvl3pPr>
              <a:defRPr sz="1500" b="1">
                <a:solidFill>
                  <a:srgbClr val="102A4C"/>
                </a:solidFill>
              </a:defRPr>
            </a:lvl3pPr>
            <a:lvl4pPr>
              <a:defRPr sz="1500" b="1">
                <a:solidFill>
                  <a:srgbClr val="102A4C"/>
                </a:solidFill>
              </a:defRPr>
            </a:lvl4pPr>
            <a:lvl5pPr>
              <a:defRPr sz="1500" b="1">
                <a:solidFill>
                  <a:srgbClr val="102A4C"/>
                </a:solidFill>
              </a:defRPr>
            </a:lvl5pPr>
            <a:lvl6pPr>
              <a:defRPr sz="1500" b="1">
                <a:solidFill>
                  <a:srgbClr val="102A4C"/>
                </a:solidFill>
              </a:defRPr>
            </a:lvl6pPr>
            <a:lvl7pPr>
              <a:defRPr sz="1500" b="1">
                <a:solidFill>
                  <a:srgbClr val="102A4C"/>
                </a:solidFill>
              </a:defRPr>
            </a:lvl7pPr>
            <a:lvl8pPr>
              <a:defRPr sz="1500" b="1">
                <a:solidFill>
                  <a:srgbClr val="102A4C"/>
                </a:solidFill>
              </a:defRPr>
            </a:lvl8pPr>
            <a:lvl9pPr>
              <a:defRPr sz="1500" b="1">
                <a:solidFill>
                  <a:srgbClr val="102A4C"/>
                </a:solidFill>
              </a:defRPr>
            </a:lvl9pPr>
          </a:lstStyle>
          <a:p xmlns:a="http://schemas.openxmlformats.org/drawingml/2006/main">
            <a:pPr>
              <a:defRPr sz="1500" b="1">
                <a:solidFill>
                  <a:srgbClr val="102A4C"/>
                </a:solidFill>
              </a:defRPr>
            </a:pPr>
            <a:r>
              <a:rPr sz="1500" b="1">
                <a:solidFill>
                  <a:srgbClr val="102A4C"/>
                </a:solidFill>
              </a:rPr>
              <a:t>04  Public operation</a:t>
            </a:r>
          </a:p>
        </p:txBody>
      </p:sp>
      <p:sp>
        <p:nvSpPr>
          <p:cNvPr id="46" name="">
            <a:extLst xmlns:a="http://schemas.openxmlformats.org/drawingml/2006/main">
              <a:ext uri="{FF2B5EF4-FFF2-40B4-BE49-F238E27FC236}">
                <a16:creationId xmlns:a16="http://schemas.microsoft.com/office/drawing/2014/main" id="{37E0933E-6DF4-48F2-A3A4-ED717CA77CF0}"/>
              </a:ext>
            </a:extLst>
          </p:cNvPr>
          <p:cNvSpPr>
            <a:spLocks xmlns:a="http://schemas.openxmlformats.org/drawingml/2006/main" noGrp="1"/>
          </p:cNvSpPr>
          <p:nvPr/>
        </p:nvSpPr>
        <p:spPr>
          <a:xfrm xmlns:a="http://schemas.openxmlformats.org/drawingml/2006/main">
            <a:off x="9201150" y="6105525"/>
            <a:ext cx="2419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708D"/>
                </a:solidFill>
              </a:defRPr>
            </a:defPPr>
            <a:lvl1pPr>
              <a:defRPr sz="1125" b="0">
                <a:solidFill>
                  <a:srgbClr val="59708D"/>
                </a:solidFill>
              </a:defRPr>
            </a:lvl1pPr>
            <a:lvl2pPr>
              <a:defRPr sz="1125" b="0">
                <a:solidFill>
                  <a:srgbClr val="59708D"/>
                </a:solidFill>
              </a:defRPr>
            </a:lvl2pPr>
            <a:lvl3pPr>
              <a:defRPr sz="1125" b="0">
                <a:solidFill>
                  <a:srgbClr val="59708D"/>
                </a:solidFill>
              </a:defRPr>
            </a:lvl3pPr>
            <a:lvl4pPr>
              <a:defRPr sz="1125" b="0">
                <a:solidFill>
                  <a:srgbClr val="59708D"/>
                </a:solidFill>
              </a:defRPr>
            </a:lvl4pPr>
            <a:lvl5pPr>
              <a:defRPr sz="1125" b="0">
                <a:solidFill>
                  <a:srgbClr val="59708D"/>
                </a:solidFill>
              </a:defRPr>
            </a:lvl5pPr>
            <a:lvl6pPr>
              <a:defRPr sz="1125" b="0">
                <a:solidFill>
                  <a:srgbClr val="59708D"/>
                </a:solidFill>
              </a:defRPr>
            </a:lvl6pPr>
            <a:lvl7pPr>
              <a:defRPr sz="1125" b="0">
                <a:solidFill>
                  <a:srgbClr val="59708D"/>
                </a:solidFill>
              </a:defRPr>
            </a:lvl7pPr>
            <a:lvl8pPr>
              <a:defRPr sz="1125" b="0">
                <a:solidFill>
                  <a:srgbClr val="59708D"/>
                </a:solidFill>
              </a:defRPr>
            </a:lvl8pPr>
            <a:lvl9pPr>
              <a:defRPr sz="1125" b="0">
                <a:solidFill>
                  <a:srgbClr val="59708D"/>
                </a:solidFill>
              </a:defRPr>
            </a:lvl9pPr>
          </a:lstStyle>
          <a:p xmlns:a="http://schemas.openxmlformats.org/drawingml/2006/main">
            <a:pPr>
              <a:defRPr sz="1125" b="0">
                <a:solidFill>
                  <a:srgbClr val="59708D"/>
                </a:solidFill>
              </a:defRPr>
            </a:pPr>
            <a:r>
              <a:rPr sz="1125" b="0">
                <a:solidFill>
                  <a:srgbClr val="59708D"/>
                </a:solidFill>
              </a:rPr>
              <a:t>Monitor, secure, rehearse recovery</a:t>
            </a:r>
          </a:p>
        </p:txBody>
      </p:sp>
      <p:sp>
        <p:nvSpPr>
          <p:cNvPr id="47" name="">
            <a:extLst xmlns:a="http://schemas.openxmlformats.org/drawingml/2006/main">
              <a:ext uri="{FF2B5EF4-FFF2-40B4-BE49-F238E27FC236}">
                <a16:creationId xmlns:a16="http://schemas.microsoft.com/office/drawing/2014/main" id="{89745A9E-8F03-40D2-8B63-F97BF2E2D76E}"/>
              </a:ext>
            </a:extLst>
          </p:cNvPr>
          <p:cNvSpPr>
            <a:spLocks xmlns:a="http://schemas.openxmlformats.org/drawingml/2006/main" noGrp="1"/>
          </p:cNvSpPr>
          <p:nvPr/>
        </p:nvSpPr>
        <p:spPr>
          <a:xfrm xmlns:a="http://schemas.openxmlformats.org/drawingml/2006/main">
            <a:off x="476250" y="6553200"/>
            <a:ext cx="11239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9708D"/>
                </a:solidFill>
              </a:defRPr>
            </a:defPPr>
            <a:lvl1pPr>
              <a:defRPr sz="1050" b="0">
                <a:solidFill>
                  <a:srgbClr val="59708D"/>
                </a:solidFill>
              </a:defRPr>
            </a:lvl1pPr>
            <a:lvl2pPr>
              <a:defRPr sz="1050" b="0">
                <a:solidFill>
                  <a:srgbClr val="59708D"/>
                </a:solidFill>
              </a:defRPr>
            </a:lvl2pPr>
            <a:lvl3pPr>
              <a:defRPr sz="1050" b="0">
                <a:solidFill>
                  <a:srgbClr val="59708D"/>
                </a:solidFill>
              </a:defRPr>
            </a:lvl3pPr>
            <a:lvl4pPr>
              <a:defRPr sz="1050" b="0">
                <a:solidFill>
                  <a:srgbClr val="59708D"/>
                </a:solidFill>
              </a:defRPr>
            </a:lvl4pPr>
            <a:lvl5pPr>
              <a:defRPr sz="1050" b="0">
                <a:solidFill>
                  <a:srgbClr val="59708D"/>
                </a:solidFill>
              </a:defRPr>
            </a:lvl5pPr>
            <a:lvl6pPr>
              <a:defRPr sz="1050" b="0">
                <a:solidFill>
                  <a:srgbClr val="59708D"/>
                </a:solidFill>
              </a:defRPr>
            </a:lvl6pPr>
            <a:lvl7pPr>
              <a:defRPr sz="1050" b="0">
                <a:solidFill>
                  <a:srgbClr val="59708D"/>
                </a:solidFill>
              </a:defRPr>
            </a:lvl7pPr>
            <a:lvl8pPr>
              <a:defRPr sz="1050" b="0">
                <a:solidFill>
                  <a:srgbClr val="59708D"/>
                </a:solidFill>
              </a:defRPr>
            </a:lvl8pPr>
            <a:lvl9pPr>
              <a:defRPr sz="1050" b="0">
                <a:solidFill>
                  <a:srgbClr val="59708D"/>
                </a:solidFill>
              </a:defRPr>
            </a:lvl9pPr>
          </a:lstStyle>
          <a:p xmlns:a="http://schemas.openxmlformats.org/drawingml/2006/main">
            <a:pPr>
              <a:defRPr sz="1050" b="0">
                <a:solidFill>
                  <a:srgbClr val="59708D"/>
                </a:solidFill>
              </a:defRPr>
            </a:pPr>
            <a:r>
              <a:rPr sz="1050" b="0">
                <a:solidFill>
                  <a:srgbClr val="59708D"/>
                </a:solidFill>
              </a:rPr>
              <a:t>Solid: current foundation. Dashed: planned controls and gates. Synthetic costs. No live model calls.</a:t>
            </a:r>
          </a:p>
        </p:txBody>
      </p:sp>
    </p:spTree>
    <p:extLst>
      <p:ext uri="{BB962C8B-B14F-4D97-AF65-F5344CB8AC3E}">
        <p14:creationId xmlns:p14="http://schemas.microsoft.com/office/powerpoint/2010/main" val="15596601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2026-10-27T10:08:40.6450000Z</dcterms:created>
  <dcterms:modified xsi:type="dcterms:W3CDTF">2026-10-27T10:08:40.6450000Z</dcterms:modified>
</coreProperties>
</file>