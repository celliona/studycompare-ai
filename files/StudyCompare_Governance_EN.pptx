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68fd0495c406e" /><Relationship Type="http://schemas.openxmlformats.org/officeDocument/2006/relationships/extended-properties" Target="/docProps/app.xml" Id="R2a457274a09b41a6" /><Relationship Type="http://schemas.openxmlformats.org/officeDocument/2006/relationships/officeDocument" Target="/ppt/presentation.xml" Id="R1f5cebea8a0c40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08a2c505f4a43"/>
  </p:sldMasterIdLst>
  <p:notesMasterIdLst>
    <p:notesMasterId xmlns:r="http://schemas.openxmlformats.org/officeDocument/2006/relationships" r:id="R33261a87ef4b47e5"/>
  </p:notesMasterIdLst>
  <p:sldIdLst>
    <p:sldId xmlns:r="http://schemas.openxmlformats.org/officeDocument/2006/relationships" id="256" r:id="R31c7cbab33b844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441d3d8fe4708" /><Relationship Type="http://schemas.openxmlformats.org/officeDocument/2006/relationships/slideMaster" Target="/ppt/slideMasters/slideMaster1.xml" Id="R0f908a2c505f4a43" /><Relationship Type="http://schemas.openxmlformats.org/officeDocument/2006/relationships/notesMaster" Target="/ppt/notesMasters/notesMaster1.xml" Id="R33261a87ef4b47e5" /><Relationship Type="http://schemas.openxmlformats.org/officeDocument/2006/relationships/presProps" Target="/ppt/presProps.xml" Id="R9ad25a3cf92948b4" /><Relationship Type="http://schemas.openxmlformats.org/officeDocument/2006/relationships/tableStyles" Target="/ppt/tableStyles.xml" Id="R393331c4d18849cf" /><Relationship Type="http://schemas.openxmlformats.org/officeDocument/2006/relationships/slide" Target="/ppt/slides/slide1.xml" Id="R31c7cbab33b8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2f03575f63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bcf2dff314815" /><Relationship Type="http://schemas.openxmlformats.org/officeDocument/2006/relationships/notesMaster" Target="/ppt/notesMasters/notesMaster1.xml" Id="Rc812c95f62d3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StudyCompare AI docs/GOVERNANCE_OPERATIONS.md, docs/EVALUATION.md and final regression evidence docs/evidence/v1.2.0/browser-results.json plus backend-junit.xml. App v1.2.0 on 2026-10-27: 13 backend execution items and 7 browser tests passed. These results are not model accuracy metrics. Pilot requirements remain planned. CR-20261027-004. Personal portfolio product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428a500944d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03a882c3d4f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68c3a403342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97076a2ec48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1ad9744954c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d4550e53b46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17BA61-7151-4E1C-B775-DC3EF93B4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4DD8E9-8834-42F0-B346-366B1D8D46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6D17B0-1462-4CF1-A924-BC406E309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6A85D-CF13-437A-A142-81E5A77D0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33168D-1F55-430B-8AD6-5761526A9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46A94E-D7D8-4EBB-9A10-ECB729C00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771DD8-ECD1-4A41-B5B2-75C05A6F4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D0F97E-CDDE-475F-B974-7A724D8436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51E272-2F06-4941-86E9-5C7B4B3D72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2232F1-CB86-4F7F-A487-52FFDEBB7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0db8a0a2f54714" /><Relationship Type="http://schemas.openxmlformats.org/officeDocument/2006/relationships/slideLayout" Target="/ppt/slideLayouts/slideLayout1.xml" Id="R1708b043549a45a9" /><Relationship Type="http://schemas.openxmlformats.org/officeDocument/2006/relationships/slideLayout" Target="/ppt/slideLayouts/slideLayout2.xml" Id="R1eff1c1172764942" /><Relationship Type="http://schemas.openxmlformats.org/officeDocument/2006/relationships/slideLayout" Target="/ppt/slideLayouts/slideLayout3.xml" Id="R2b44aa3666524eff" /><Relationship Type="http://schemas.openxmlformats.org/officeDocument/2006/relationships/slideLayout" Target="/ppt/slideLayouts/slideLayout4.xml" Id="R794bfe78a9fa43ed" /><Relationship Type="http://schemas.openxmlformats.org/officeDocument/2006/relationships/slideLayout" Target="/ppt/slideLayouts/slideLayout5.xml" Id="Redc0a7fb3d89401a" /><Relationship Type="http://schemas.openxmlformats.org/officeDocument/2006/relationships/slideLayout" Target="/ppt/slideLayouts/slideLayout6.xml" Id="Rf5301b67d3fa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08b043549a45a9"/>
    <p:sldLayoutId xmlns:r="http://schemas.openxmlformats.org/officeDocument/2006/relationships" id="2147483650" r:id="R1eff1c1172764942"/>
    <p:sldLayoutId xmlns:r="http://schemas.openxmlformats.org/officeDocument/2006/relationships" id="2147483651" r:id="R2b44aa3666524eff"/>
    <p:sldLayoutId xmlns:r="http://schemas.openxmlformats.org/officeDocument/2006/relationships" id="2147483652" r:id="R794bfe78a9fa43ed"/>
    <p:sldLayoutId xmlns:r="http://schemas.openxmlformats.org/officeDocument/2006/relationships" id="2147483653" r:id="Redc0a7fb3d89401a"/>
    <p:sldLayoutId xmlns:r="http://schemas.openxmlformats.org/officeDocument/2006/relationships" id="2147483654" r:id="Rf5301b67d3fa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26f154be04113" /><Relationship Type="http://schemas.openxmlformats.org/officeDocument/2006/relationships/notesSlide" Target="/ppt/notesSlides/notesSlide1.xml" Id="R27a2ff6e517842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E7625-03D7-4216-9AB2-6B6766E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9C8F5"/>
                </a:solidFill>
              </a:defRPr>
            </a:defPPr>
            <a:lvl1pPr>
              <a:defRPr sz="1350" b="1">
                <a:solidFill>
                  <a:srgbClr val="A9C8F5"/>
                </a:solidFill>
              </a:defRPr>
            </a:lvl1pPr>
            <a:lvl2pPr>
              <a:defRPr sz="1350" b="1">
                <a:solidFill>
                  <a:srgbClr val="A9C8F5"/>
                </a:solidFill>
              </a:defRPr>
            </a:lvl2pPr>
            <a:lvl3pPr>
              <a:defRPr sz="1350" b="1">
                <a:solidFill>
                  <a:srgbClr val="A9C8F5"/>
                </a:solidFill>
              </a:defRPr>
            </a:lvl3pPr>
            <a:lvl4pPr>
              <a:defRPr sz="1350" b="1">
                <a:solidFill>
                  <a:srgbClr val="A9C8F5"/>
                </a:solidFill>
              </a:defRPr>
            </a:lvl4pPr>
            <a:lvl5pPr>
              <a:defRPr sz="1350" b="1">
                <a:solidFill>
                  <a:srgbClr val="A9C8F5"/>
                </a:solidFill>
              </a:defRPr>
            </a:lvl5pPr>
            <a:lvl6pPr>
              <a:defRPr sz="1350" b="1">
                <a:solidFill>
                  <a:srgbClr val="A9C8F5"/>
                </a:solidFill>
              </a:defRPr>
            </a:lvl6pPr>
            <a:lvl7pPr>
              <a:defRPr sz="1350" b="1">
                <a:solidFill>
                  <a:srgbClr val="A9C8F5"/>
                </a:solidFill>
              </a:defRPr>
            </a:lvl7pPr>
            <a:lvl8pPr>
              <a:defRPr sz="1350" b="1">
                <a:solidFill>
                  <a:srgbClr val="A9C8F5"/>
                </a:solidFill>
              </a:defRPr>
            </a:lvl8pPr>
            <a:lvl9pPr>
              <a:defRPr sz="1350" b="1">
                <a:solidFill>
                  <a:srgbClr val="A9C8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9C8F5"/>
                </a:solidFill>
              </a:defRPr>
            </a:pPr>
            <a:r>
              <a:rPr sz="1350" b="1">
                <a:solidFill>
                  <a:srgbClr val="A9C8F5"/>
                </a:solidFill>
              </a:rPr>
              <a:t>STUDYCOMPARE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6AB48-16A0-4271-9742-0A53DF04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Governance &amp;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87147-095E-4D65-BE11-5A47710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5D7EE"/>
                </a:solidFill>
              </a:defRPr>
            </a:defPPr>
            <a:lvl1pPr>
              <a:defRPr sz="1800" b="0">
                <a:solidFill>
                  <a:srgbClr val="C5D7EE"/>
                </a:solidFill>
              </a:defRPr>
            </a:lvl1pPr>
            <a:lvl2pPr>
              <a:defRPr sz="1800" b="0">
                <a:solidFill>
                  <a:srgbClr val="C5D7EE"/>
                </a:solidFill>
              </a:defRPr>
            </a:lvl2pPr>
            <a:lvl3pPr>
              <a:defRPr sz="1800" b="0">
                <a:solidFill>
                  <a:srgbClr val="C5D7EE"/>
                </a:solidFill>
              </a:defRPr>
            </a:lvl3pPr>
            <a:lvl4pPr>
              <a:defRPr sz="1800" b="0">
                <a:solidFill>
                  <a:srgbClr val="C5D7EE"/>
                </a:solidFill>
              </a:defRPr>
            </a:lvl4pPr>
            <a:lvl5pPr>
              <a:defRPr sz="1800" b="0">
                <a:solidFill>
                  <a:srgbClr val="C5D7EE"/>
                </a:solidFill>
              </a:defRPr>
            </a:lvl5pPr>
            <a:lvl6pPr>
              <a:defRPr sz="1800" b="0">
                <a:solidFill>
                  <a:srgbClr val="C5D7EE"/>
                </a:solidFill>
              </a:defRPr>
            </a:lvl6pPr>
            <a:lvl7pPr>
              <a:defRPr sz="1800" b="0">
                <a:solidFill>
                  <a:srgbClr val="C5D7EE"/>
                </a:solidFill>
              </a:defRPr>
            </a:lvl7pPr>
            <a:lvl8pPr>
              <a:defRPr sz="1800" b="0">
                <a:solidFill>
                  <a:srgbClr val="C5D7EE"/>
                </a:solidFill>
              </a:defRPr>
            </a:lvl8pPr>
            <a:lvl9pPr>
              <a:defRPr sz="1800" b="0">
                <a:solidFill>
                  <a:srgbClr val="C5D7E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5D7EE"/>
                </a:solidFill>
              </a:defRPr>
            </a:pPr>
            <a:r>
              <a:rPr sz="1800" b="0">
                <a:solidFill>
                  <a:srgbClr val="C5D7EE"/>
                </a:solidFill>
              </a:rPr>
              <a:t>Local demo with synthetic costs. No live model calls.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C4D11-E7E4-410F-A215-B620A5F5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89B9FA"/>
                </a:solidFill>
              </a:defRPr>
            </a:defPPr>
            <a:lvl1pPr>
              <a:defRPr sz="1200" b="1">
                <a:solidFill>
                  <a:srgbClr val="89B9FA"/>
                </a:solidFill>
              </a:defRPr>
            </a:lvl1pPr>
            <a:lvl2pPr>
              <a:defRPr sz="1200" b="1">
                <a:solidFill>
                  <a:srgbClr val="89B9FA"/>
                </a:solidFill>
              </a:defRPr>
            </a:lvl2pPr>
            <a:lvl3pPr>
              <a:defRPr sz="1200" b="1">
                <a:solidFill>
                  <a:srgbClr val="89B9FA"/>
                </a:solidFill>
              </a:defRPr>
            </a:lvl3pPr>
            <a:lvl4pPr>
              <a:defRPr sz="1200" b="1">
                <a:solidFill>
                  <a:srgbClr val="89B9FA"/>
                </a:solidFill>
              </a:defRPr>
            </a:lvl4pPr>
            <a:lvl5pPr>
              <a:defRPr sz="1200" b="1">
                <a:solidFill>
                  <a:srgbClr val="89B9FA"/>
                </a:solidFill>
              </a:defRPr>
            </a:lvl5pPr>
            <a:lvl6pPr>
              <a:defRPr sz="1200" b="1">
                <a:solidFill>
                  <a:srgbClr val="89B9FA"/>
                </a:solidFill>
              </a:defRPr>
            </a:lvl6pPr>
            <a:lvl7pPr>
              <a:defRPr sz="1200" b="1">
                <a:solidFill>
                  <a:srgbClr val="89B9FA"/>
                </a:solidFill>
              </a:defRPr>
            </a:lvl7pPr>
            <a:lvl8pPr>
              <a:defRPr sz="1200" b="1">
                <a:solidFill>
                  <a:srgbClr val="89B9FA"/>
                </a:solidFill>
              </a:defRPr>
            </a:lvl8pPr>
            <a:lvl9pPr>
              <a:defRPr sz="1200" b="1">
                <a:solidFill>
                  <a:srgbClr val="89B9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9B9FA"/>
                </a:solidFill>
              </a:defRPr>
            </a:pPr>
            <a:r>
              <a:rPr sz="1200" b="1">
                <a:solidFill>
                  <a:srgbClr val="89B9FA"/>
                </a:solidFill>
              </a:rPr>
              <a:t>CONTROL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4D56D-6ADC-4C80-82E2-33F513A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36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9B9FA"/>
                </a:solidFill>
              </a:defRPr>
            </a:defPPr>
            <a:lvl1pPr>
              <a:defRPr sz="1350" b="1">
                <a:solidFill>
                  <a:srgbClr val="89B9FA"/>
                </a:solidFill>
              </a:defRPr>
            </a:lvl1pPr>
            <a:lvl2pPr>
              <a:defRPr sz="1350" b="1">
                <a:solidFill>
                  <a:srgbClr val="89B9FA"/>
                </a:solidFill>
              </a:defRPr>
            </a:lvl2pPr>
            <a:lvl3pPr>
              <a:defRPr sz="1350" b="1">
                <a:solidFill>
                  <a:srgbClr val="89B9FA"/>
                </a:solidFill>
              </a:defRPr>
            </a:lvl3pPr>
            <a:lvl4pPr>
              <a:defRPr sz="1350" b="1">
                <a:solidFill>
                  <a:srgbClr val="89B9FA"/>
                </a:solidFill>
              </a:defRPr>
            </a:lvl4pPr>
            <a:lvl5pPr>
              <a:defRPr sz="1350" b="1">
                <a:solidFill>
                  <a:srgbClr val="89B9FA"/>
                </a:solidFill>
              </a:defRPr>
            </a:lvl5pPr>
            <a:lvl6pPr>
              <a:defRPr sz="1350" b="1">
                <a:solidFill>
                  <a:srgbClr val="89B9FA"/>
                </a:solidFill>
              </a:defRPr>
            </a:lvl6pPr>
            <a:lvl7pPr>
              <a:defRPr sz="1350" b="1">
                <a:solidFill>
                  <a:srgbClr val="89B9FA"/>
                </a:solidFill>
              </a:defRPr>
            </a:lvl7pPr>
            <a:lvl8pPr>
              <a:defRPr sz="1350" b="1">
                <a:solidFill>
                  <a:srgbClr val="89B9FA"/>
                </a:solidFill>
              </a:defRPr>
            </a:lvl8pPr>
            <a:lvl9pPr>
              <a:defRPr sz="1350" b="1">
                <a:solidFill>
                  <a:srgbClr val="89B9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9B9FA"/>
                </a:solidFill>
              </a:defRPr>
            </a:pPr>
            <a:r>
              <a:rPr sz="1350" b="1">
                <a:solidFill>
                  <a:srgbClr val="89B9FA"/>
                </a:solidFill>
              </a:rPr>
              <a:t>IN 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6FA49-F8E0-4B9D-B6AA-E92A251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9B9FA"/>
                </a:solidFill>
              </a:defRPr>
            </a:defPPr>
            <a:lvl1pPr>
              <a:defRPr sz="1350" b="1">
                <a:solidFill>
                  <a:srgbClr val="89B9FA"/>
                </a:solidFill>
              </a:defRPr>
            </a:lvl1pPr>
            <a:lvl2pPr>
              <a:defRPr sz="1350" b="1">
                <a:solidFill>
                  <a:srgbClr val="89B9FA"/>
                </a:solidFill>
              </a:defRPr>
            </a:lvl2pPr>
            <a:lvl3pPr>
              <a:defRPr sz="1350" b="1">
                <a:solidFill>
                  <a:srgbClr val="89B9FA"/>
                </a:solidFill>
              </a:defRPr>
            </a:lvl3pPr>
            <a:lvl4pPr>
              <a:defRPr sz="1350" b="1">
                <a:solidFill>
                  <a:srgbClr val="89B9FA"/>
                </a:solidFill>
              </a:defRPr>
            </a:lvl4pPr>
            <a:lvl5pPr>
              <a:defRPr sz="1350" b="1">
                <a:solidFill>
                  <a:srgbClr val="89B9FA"/>
                </a:solidFill>
              </a:defRPr>
            </a:lvl5pPr>
            <a:lvl6pPr>
              <a:defRPr sz="1350" b="1">
                <a:solidFill>
                  <a:srgbClr val="89B9FA"/>
                </a:solidFill>
              </a:defRPr>
            </a:lvl6pPr>
            <a:lvl7pPr>
              <a:defRPr sz="1350" b="1">
                <a:solidFill>
                  <a:srgbClr val="89B9FA"/>
                </a:solidFill>
              </a:defRPr>
            </a:lvl7pPr>
            <a:lvl8pPr>
              <a:defRPr sz="1350" b="1">
                <a:solidFill>
                  <a:srgbClr val="89B9FA"/>
                </a:solidFill>
              </a:defRPr>
            </a:lvl8pPr>
            <a:lvl9pPr>
              <a:defRPr sz="1350" b="1">
                <a:solidFill>
                  <a:srgbClr val="89B9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9B9FA"/>
                </a:solidFill>
              </a:defRPr>
            </a:pPr>
            <a:r>
              <a:rPr sz="1350" b="1">
                <a:solidFill>
                  <a:srgbClr val="89B9FA"/>
                </a:solidFill>
              </a:rPr>
              <a:t>BEFORE A REAL-DATA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00678-5A27-4FB5-9B64-7775E54C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Data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2F1EE-7E6E-457C-960D-E669A5AC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Visible years and missing values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Deterministic cost calculations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9CB7C-2D5A-4187-BEC2-5ECCE181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Verify each cost against evidence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Require an independent 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7CF5D-25C1-4C64-9A1F-5F2E9BF4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Privacy &amp;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7D041-661B-4496-BA1E-78CEEA3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Browser-only saved selections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No personal profile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19854-E840-4B73-8584-5F98DC4F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Review logs and provider data use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Test model outputs and injection 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0D15E-A95C-4954-B623-9B541FE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Accountability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BF28E-6201-43D5-99E9-1210428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PRD change IDs and release archives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Recorded regression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BDCA3-AB39-4585-92E5-BA5AA55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Name the release and incident owners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Rehearse withdrawal and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F200E-1650-4D84-9626-EA88CFE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Operations &amp;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AAF32-2A5F-444F-B8E1-D3E1BF23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768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13 backend and 7 browser tests passed¹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No model API spend in the core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EE26D-940F-4742-800A-C54D5BF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76825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E1EBF7"/>
                </a:solidFill>
              </a:defRPr>
            </a:defPPr>
            <a:lvl1pPr>
              <a:defRPr sz="1650" b="0">
                <a:solidFill>
                  <a:srgbClr val="E1EBF7"/>
                </a:solidFill>
              </a:defRPr>
            </a:lvl1pPr>
            <a:lvl2pPr>
              <a:defRPr sz="1650" b="0">
                <a:solidFill>
                  <a:srgbClr val="E1EBF7"/>
                </a:solidFill>
              </a:defRPr>
            </a:lvl2pPr>
            <a:lvl3pPr>
              <a:defRPr sz="1650" b="0">
                <a:solidFill>
                  <a:srgbClr val="E1EBF7"/>
                </a:solidFill>
              </a:defRPr>
            </a:lvl3pPr>
            <a:lvl4pPr>
              <a:defRPr sz="1650" b="0">
                <a:solidFill>
                  <a:srgbClr val="E1EBF7"/>
                </a:solidFill>
              </a:defRPr>
            </a:lvl4pPr>
            <a:lvl5pPr>
              <a:defRPr sz="1650" b="0">
                <a:solidFill>
                  <a:srgbClr val="E1EBF7"/>
                </a:solidFill>
              </a:defRPr>
            </a:lvl5pPr>
            <a:lvl6pPr>
              <a:defRPr sz="1650" b="0">
                <a:solidFill>
                  <a:srgbClr val="E1EBF7"/>
                </a:solidFill>
              </a:defRPr>
            </a:lvl6pPr>
            <a:lvl7pPr>
              <a:defRPr sz="1650" b="0">
                <a:solidFill>
                  <a:srgbClr val="E1EBF7"/>
                </a:solidFill>
              </a:defRPr>
            </a:lvl7pPr>
            <a:lvl8pPr>
              <a:defRPr sz="1650" b="0">
                <a:solidFill>
                  <a:srgbClr val="E1EBF7"/>
                </a:solidFill>
              </a:defRPr>
            </a:lvl8pPr>
            <a:lvl9pPr>
              <a:defRPr sz="1650" b="0">
                <a:solidFill>
                  <a:srgbClr val="E1EBF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Set monitoring and a monthly budget</a:t>
            </a:r>
          </a:p>
          <a:p xmlns:a="http://schemas.openxmlformats.org/drawingml/2006/main">
            <a:pPr>
              <a:defRPr sz="1650" b="0">
                <a:solidFill>
                  <a:srgbClr val="E1EBF7"/>
                </a:solidFill>
              </a:defRPr>
            </a:pPr>
            <a:r>
              <a:rPr sz="1650" b="0">
                <a:solidFill>
                  <a:srgbClr val="E1EBF7"/>
                </a:solidFill>
              </a:rPr>
              <a:t>Pause AI at the agreed spending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248B4-14DB-4BF8-B8B3-F471691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9EC7FF"/>
                </a:solidFill>
              </a:defRPr>
            </a:defPPr>
            <a:lvl1pPr>
              <a:defRPr sz="1500" b="1">
                <a:solidFill>
                  <a:srgbClr val="9EC7FF"/>
                </a:solidFill>
              </a:defRPr>
            </a:lvl1pPr>
            <a:lvl2pPr>
              <a:defRPr sz="1500" b="1">
                <a:solidFill>
                  <a:srgbClr val="9EC7FF"/>
                </a:solidFill>
              </a:defRPr>
            </a:lvl2pPr>
            <a:lvl3pPr>
              <a:defRPr sz="1500" b="1">
                <a:solidFill>
                  <a:srgbClr val="9EC7FF"/>
                </a:solidFill>
              </a:defRPr>
            </a:lvl3pPr>
            <a:lvl4pPr>
              <a:defRPr sz="1500" b="1">
                <a:solidFill>
                  <a:srgbClr val="9EC7FF"/>
                </a:solidFill>
              </a:defRPr>
            </a:lvl4pPr>
            <a:lvl5pPr>
              <a:defRPr sz="1500" b="1">
                <a:solidFill>
                  <a:srgbClr val="9EC7FF"/>
                </a:solidFill>
              </a:defRPr>
            </a:lvl5pPr>
            <a:lvl6pPr>
              <a:defRPr sz="1500" b="1">
                <a:solidFill>
                  <a:srgbClr val="9EC7FF"/>
                </a:solidFill>
              </a:defRPr>
            </a:lvl6pPr>
            <a:lvl7pPr>
              <a:defRPr sz="1500" b="1">
                <a:solidFill>
                  <a:srgbClr val="9EC7FF"/>
                </a:solidFill>
              </a:defRPr>
            </a:lvl7pPr>
            <a:lvl8pPr>
              <a:defRPr sz="1500" b="1">
                <a:solidFill>
                  <a:srgbClr val="9EC7FF"/>
                </a:solidFill>
              </a:defRPr>
            </a:lvl8pPr>
            <a:lvl9pPr>
              <a:defRPr sz="1500" b="1">
                <a:solidFill>
                  <a:srgbClr val="9EC7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9EC7FF"/>
                </a:solidFill>
              </a:defRPr>
            </a:pPr>
            <a:r>
              <a:rPr sz="1500" b="1">
                <a:solidFill>
                  <a:srgbClr val="9EC7FF"/>
                </a:solidFill>
              </a:rPr>
              <a:t>RELEASE GATE  Demo use only until real data, independent review and production controls are 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9EA82-560C-47FF-92F7-29D187F7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5CAE4"/>
                </a:solidFill>
              </a:defRPr>
            </a:defPPr>
            <a:lvl1pPr>
              <a:defRPr sz="1050" b="0">
                <a:solidFill>
                  <a:srgbClr val="B5CAE4"/>
                </a:solidFill>
              </a:defRPr>
            </a:lvl1pPr>
            <a:lvl2pPr>
              <a:defRPr sz="1050" b="0">
                <a:solidFill>
                  <a:srgbClr val="B5CAE4"/>
                </a:solidFill>
              </a:defRPr>
            </a:lvl2pPr>
            <a:lvl3pPr>
              <a:defRPr sz="1050" b="0">
                <a:solidFill>
                  <a:srgbClr val="B5CAE4"/>
                </a:solidFill>
              </a:defRPr>
            </a:lvl3pPr>
            <a:lvl4pPr>
              <a:defRPr sz="1050" b="0">
                <a:solidFill>
                  <a:srgbClr val="B5CAE4"/>
                </a:solidFill>
              </a:defRPr>
            </a:lvl4pPr>
            <a:lvl5pPr>
              <a:defRPr sz="1050" b="0">
                <a:solidFill>
                  <a:srgbClr val="B5CAE4"/>
                </a:solidFill>
              </a:defRPr>
            </a:lvl5pPr>
            <a:lvl6pPr>
              <a:defRPr sz="1050" b="0">
                <a:solidFill>
                  <a:srgbClr val="B5CAE4"/>
                </a:solidFill>
              </a:defRPr>
            </a:lvl6pPr>
            <a:lvl7pPr>
              <a:defRPr sz="1050" b="0">
                <a:solidFill>
                  <a:srgbClr val="B5CAE4"/>
                </a:solidFill>
              </a:defRPr>
            </a:lvl7pPr>
            <a:lvl8pPr>
              <a:defRPr sz="1050" b="0">
                <a:solidFill>
                  <a:srgbClr val="B5CAE4"/>
                </a:solidFill>
              </a:defRPr>
            </a:lvl8pPr>
            <a:lvl9pPr>
              <a:defRPr sz="1050" b="0">
                <a:solidFill>
                  <a:srgbClr val="B5CAE4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5CAE4"/>
                </a:solidFill>
              </a:defRPr>
            </a:pPr>
            <a:r>
              <a:rPr sz="1050" b="0">
                <a:solidFill>
                  <a:srgbClr val="B5CAE4"/>
                </a:solidFill>
              </a:rPr>
              <a:t>¹ Evidence from app v1.2.0, 27 Oct 2026. Current costs and history remain synthetic and unverified.</a:t>
            </a:r>
          </a:p>
        </p:txBody>
      </p:sp>
    </p:spTree>
    <p:extLst>
      <p:ext uri="{BB962C8B-B14F-4D97-AF65-F5344CB8AC3E}">
        <p14:creationId xmlns:p14="http://schemas.microsoft.com/office/powerpoint/2010/main" val="844604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2026-10-27T09:44:57.4470000Z</dcterms:created>
  <dcterms:modified xsi:type="dcterms:W3CDTF">2026-10-27T09:44:57.4470000Z</dcterms:modified>
</coreProperties>
</file>